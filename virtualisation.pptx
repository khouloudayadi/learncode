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1" r:id="rId2"/>
    <p:sldMasterId id="2147483653" r:id="rId3"/>
  </p:sldMasterIdLst>
  <p:notesMasterIdLst>
    <p:notesMasterId r:id="rId30"/>
  </p:notesMasterIdLst>
  <p:sldIdLst>
    <p:sldId id="256" r:id="rId4"/>
    <p:sldId id="304" r:id="rId5"/>
    <p:sldId id="261" r:id="rId6"/>
    <p:sldId id="307" r:id="rId7"/>
    <p:sldId id="262" r:id="rId8"/>
    <p:sldId id="306" r:id="rId9"/>
    <p:sldId id="308" r:id="rId10"/>
    <p:sldId id="310" r:id="rId11"/>
    <p:sldId id="309" r:id="rId12"/>
    <p:sldId id="313" r:id="rId13"/>
    <p:sldId id="314" r:id="rId14"/>
    <p:sldId id="316" r:id="rId15"/>
    <p:sldId id="315" r:id="rId16"/>
    <p:sldId id="317" r:id="rId17"/>
    <p:sldId id="320" r:id="rId18"/>
    <p:sldId id="322" r:id="rId19"/>
    <p:sldId id="327" r:id="rId20"/>
    <p:sldId id="328" r:id="rId21"/>
    <p:sldId id="330" r:id="rId22"/>
    <p:sldId id="323" r:id="rId23"/>
    <p:sldId id="324" r:id="rId24"/>
    <p:sldId id="325" r:id="rId25"/>
    <p:sldId id="326" r:id="rId26"/>
    <p:sldId id="270" r:id="rId27"/>
    <p:sldId id="329" r:id="rId28"/>
    <p:sldId id="271" r:id="rId29"/>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ient" initials="C" lastIdx="17" clrIdx="0">
    <p:extLst>
      <p:ext uri="{19B8F6BF-5375-455C-9EA6-DF929625EA0E}">
        <p15:presenceInfo xmlns:p15="http://schemas.microsoft.com/office/powerpoint/2012/main" userId="Clie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BAFB6"/>
    <a:srgbClr val="60B9BF"/>
    <a:srgbClr val="85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36" autoAdjust="0"/>
    <p:restoredTop sz="81387" autoAdjust="0"/>
  </p:normalViewPr>
  <p:slideViewPr>
    <p:cSldViewPr>
      <p:cViewPr varScale="1">
        <p:scale>
          <a:sx n="94" d="100"/>
          <a:sy n="94" d="100"/>
        </p:scale>
        <p:origin x="84"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12-01T22:25:58.949" idx="2">
    <p:pos x="3730" y="1227"/>
    <p:text>système hote : qui est un simple système d’exploitation est installé sur un serveur physique unique.</p:text>
    <p:extLst>
      <p:ext uri="{C676402C-5697-4E1C-873F-D02D1690AC5C}">
        <p15:threadingInfo xmlns:p15="http://schemas.microsoft.com/office/powerpoint/2012/main" timeZoneBias="-60"/>
      </p:ext>
    </p:extLst>
  </p:cm>
  <p:cm authorId="1" dt="2018-12-01T22:26:43.923" idx="3">
    <p:pos x="4224" y="1974"/>
    <p:text>L’hyperviseur est donc un logiciel de virtualisation qui est directement installé sur le système d'exploitation principal ou hôte</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8-12-01T22:25:10.570" idx="1">
    <p:pos x="2794" y="1212"/>
    <p:text>Ces solutions pouvaient être soit purement logicielles, soit couplées à du matériel additionnel (ajout de processeur, carte réseau, etc.)</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8-12-01T23:13:11.303" idx="4">
    <p:pos x="2946" y="1304"/>
    <p:text>électricité, leasing serveur, climatisation</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18-12-02T01:06:56.639" idx="5">
    <p:pos x="4224" y="1284"/>
    <p:text>dans notre cas comment partager des processus entre le site et le compilateur</p:text>
    <p:extLst>
      <p:ext uri="{C676402C-5697-4E1C-873F-D02D1690AC5C}">
        <p15:threadingInfo xmlns:p15="http://schemas.microsoft.com/office/powerpoint/2012/main" timeZoneBias="-60"/>
      </p:ext>
    </p:extLst>
  </p:cm>
  <p:cm authorId="1" dt="2018-12-02T01:21:19.609" idx="6">
    <p:pos x="3655" y="2536"/>
    <p:text>autrement base de données</p:text>
    <p:extLst>
      <p:ext uri="{C676402C-5697-4E1C-873F-D02D1690AC5C}">
        <p15:threadingInfo xmlns:p15="http://schemas.microsoft.com/office/powerpoint/2012/main" timeZoneBias="-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18-12-02T21:01:21.203" idx="9">
    <p:pos x="2105" y="1099"/>
    <p:text>Langage de balisage utilisé pour la création de 
pages web</p:text>
    <p:extLst>
      <p:ext uri="{C676402C-5697-4E1C-873F-D02D1690AC5C}">
        <p15:threadingInfo xmlns:p15="http://schemas.microsoft.com/office/powerpoint/2012/main" timeZoneBias="-60"/>
      </p:ext>
    </p:extLst>
  </p:cm>
  <p:cm authorId="1" dt="2018-12-02T21:01:33.123" idx="10">
    <p:pos x="3999" y="2873"/>
    <p:text>Node.js est une plateforme de développement Javascript. c'est juste le langage Javascript avec des bibliothèques permettant de réaliser des actions ( ouvrir/fermer des connections réseau ou encore créer un fichier).</p:text>
    <p:extLst>
      <p:ext uri="{C676402C-5697-4E1C-873F-D02D1690AC5C}">
        <p15:threadingInfo xmlns:p15="http://schemas.microsoft.com/office/powerpoint/2012/main" timeZoneBias="-6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18-12-03T02:03:55.874" idx="17">
    <p:pos x="3072" y="1662"/>
    <p:text>mlab suit le modele mvc</p:text>
    <p:extLst>
      <p:ext uri="{C676402C-5697-4E1C-873F-D02D1690AC5C}">
        <p15:threadingInfo xmlns:p15="http://schemas.microsoft.com/office/powerpoint/2012/main" timeZoneBias="-6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18-12-02T22:08:37.492" idx="13">
    <p:pos x="10" y="10"/>
    <p:text>un container va pouvoir partager une grande partie de ses ressources avec le système hôte. Ainsi, il a accès aux fichiers du système d’exploitation en lecture seule pour pouvoir se mettre en place. L’avantage ici est indéniable, on va utiliser les mêmes ressources pour un ou plusieurs containers. Pour prendre un exemple simple, si vous souhaitez monter un container pour MySQL et un autre pour PHP, les deux vont utiliser les mêmes fichiers présents sur le système sans les recréer à l’intérieur de leur container, à l’inverse d’une machine virtuelle (VM) par exemple</p:text>
    <p:extLst>
      <p:ext uri="{C676402C-5697-4E1C-873F-D02D1690AC5C}">
        <p15:threadingInfo xmlns:p15="http://schemas.microsoft.com/office/powerpoint/2012/main" timeZoneBias="-6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18-12-02T22:19:08.340" idx="15">
    <p:pos x="1728" y="828"/>
    <p:text>Maintenant que nous avons un peu plus le fonctionnement général des containers en tête, nous allons voir plus en détail comment nous servir de Docker et quels sont les composants essentiels à sa mise en place</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0732F-72FE-4F29-AEBB-1C851A33A45F}" type="datetimeFigureOut">
              <a:rPr lang="fr-FR" smtClean="0"/>
              <a:t>12/12/2018</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F0956-7DEA-4A5E-98DA-3C0EABA83C32}" type="slidenum">
              <a:rPr lang="fr-FR" smtClean="0"/>
              <a:t>‹N°›</a:t>
            </a:fld>
            <a:endParaRPr lang="fr-FR"/>
          </a:p>
        </p:txBody>
      </p:sp>
    </p:spTree>
    <p:extLst>
      <p:ext uri="{BB962C8B-B14F-4D97-AF65-F5344CB8AC3E}">
        <p14:creationId xmlns:p14="http://schemas.microsoft.com/office/powerpoint/2010/main" val="2584745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9EF0956-7DEA-4A5E-98DA-3C0EABA83C32}" type="slidenum">
              <a:rPr lang="fr-FR" smtClean="0"/>
              <a:t>7</a:t>
            </a:fld>
            <a:endParaRPr lang="fr-FR"/>
          </a:p>
        </p:txBody>
      </p:sp>
    </p:spTree>
    <p:extLst>
      <p:ext uri="{BB962C8B-B14F-4D97-AF65-F5344CB8AC3E}">
        <p14:creationId xmlns:p14="http://schemas.microsoft.com/office/powerpoint/2010/main" val="857440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705210"/>
            <a:ext cx="9144000" cy="522725"/>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dirty="0">
                <a:ea typeface="맑은 고딕" pitchFamily="50" charset="-127"/>
              </a:rPr>
              <a:t>FREE PPT TEMPLATES</a:t>
            </a:r>
            <a:endParaRPr lang="en-US" altLang="ko-KR" dirty="0"/>
          </a:p>
        </p:txBody>
      </p:sp>
      <p:sp>
        <p:nvSpPr>
          <p:cNvPr id="11" name="Text Placeholder 9"/>
          <p:cNvSpPr>
            <a:spLocks noGrp="1"/>
          </p:cNvSpPr>
          <p:nvPr>
            <p:ph type="body" sz="quarter" idx="11" hasCustomPrompt="1"/>
          </p:nvPr>
        </p:nvSpPr>
        <p:spPr>
          <a:xfrm>
            <a:off x="-148" y="4227934"/>
            <a:ext cx="9144000" cy="288032"/>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dirty="0"/>
              <a:t>INSTERT THE TITLE OF YOUR PRESENTATION HERE</a:t>
            </a:r>
            <a:endParaRPr lang="ko-KR" altLang="en-US" dirty="0"/>
          </a:p>
        </p:txBody>
      </p:sp>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Oval 1"/>
          <p:cNvSpPr/>
          <p:nvPr userDrawn="1"/>
        </p:nvSpPr>
        <p:spPr>
          <a:xfrm>
            <a:off x="2699792" y="699542"/>
            <a:ext cx="3744416" cy="3744416"/>
          </a:xfrm>
          <a:prstGeom prst="ellipse">
            <a:avLst/>
          </a:prstGeom>
          <a:solidFill>
            <a:schemeClr val="accent1">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924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12904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5536" y="19548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395536" y="771550"/>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457713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339502"/>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915566"/>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927735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649246" y="1275606"/>
            <a:ext cx="1648869" cy="1648869"/>
          </a:xfrm>
          <a:prstGeom prst="ellipse">
            <a:avLst/>
          </a:prstGeom>
          <a:solidFill>
            <a:schemeClr val="bg1">
              <a:lumMod val="95000"/>
            </a:schemeClr>
          </a:solidFill>
          <a:ln w="38100">
            <a:solidFill>
              <a:schemeClr val="accent1"/>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2720790" y="1275606"/>
            <a:ext cx="1648869" cy="1648869"/>
          </a:xfrm>
          <a:prstGeom prst="ellipse">
            <a:avLst/>
          </a:prstGeom>
          <a:solidFill>
            <a:schemeClr val="bg1">
              <a:lumMod val="95000"/>
            </a:schemeClr>
          </a:solidFill>
          <a:ln w="38100">
            <a:solidFill>
              <a:schemeClr val="accent2"/>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4792334" y="1275606"/>
            <a:ext cx="1648869" cy="1648869"/>
          </a:xfrm>
          <a:prstGeom prst="ellipse">
            <a:avLst/>
          </a:prstGeom>
          <a:solidFill>
            <a:schemeClr val="bg1">
              <a:lumMod val="95000"/>
            </a:schemeClr>
          </a:solidFill>
          <a:ln w="38100">
            <a:solidFill>
              <a:schemeClr val="accent3"/>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6863879" y="1275606"/>
            <a:ext cx="1648869" cy="1648869"/>
          </a:xfrm>
          <a:prstGeom prst="ellipse">
            <a:avLst/>
          </a:prstGeom>
          <a:solidFill>
            <a:schemeClr val="bg1">
              <a:lumMod val="95000"/>
            </a:schemeClr>
          </a:solidFill>
          <a:ln w="38100">
            <a:solidFill>
              <a:schemeClr val="accent4"/>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650241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61596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4" name="Rectangle 3"/>
          <p:cNvSpPr/>
          <p:nvPr userDrawn="1"/>
        </p:nvSpPr>
        <p:spPr>
          <a:xfrm>
            <a:off x="4572000" y="0"/>
            <a:ext cx="4104456"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Picture Placeholder 2"/>
          <p:cNvSpPr>
            <a:spLocks noGrp="1"/>
          </p:cNvSpPr>
          <p:nvPr>
            <p:ph type="pic" idx="1" hasCustomPrompt="1"/>
          </p:nvPr>
        </p:nvSpPr>
        <p:spPr>
          <a:xfrm>
            <a:off x="0" y="1995686"/>
            <a:ext cx="9144000" cy="288032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156313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accent1"/>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3347864" y="131536"/>
            <a:ext cx="5796136"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4104000" y="1798321"/>
            <a:ext cx="504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3" hasCustomPrompt="1"/>
          </p:nvPr>
        </p:nvSpPr>
        <p:spPr>
          <a:xfrm>
            <a:off x="4824000" y="3465106"/>
            <a:ext cx="432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45812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3937417"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5" name="Picture Placeholder 2"/>
          <p:cNvSpPr>
            <a:spLocks noGrp="1"/>
          </p:cNvSpPr>
          <p:nvPr>
            <p:ph type="pic" idx="10" hasCustomPrompt="1"/>
          </p:nvPr>
        </p:nvSpPr>
        <p:spPr>
          <a:xfrm>
            <a:off x="1968708"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6" name="Picture Placeholder 2"/>
          <p:cNvSpPr>
            <a:spLocks noGrp="1"/>
          </p:cNvSpPr>
          <p:nvPr>
            <p:ph type="pic" idx="11" hasCustomPrompt="1"/>
          </p:nvPr>
        </p:nvSpPr>
        <p:spPr>
          <a:xfrm>
            <a:off x="0"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416533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3795621" y="230919"/>
            <a:ext cx="3294112"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5613166" y="3399271"/>
            <a:ext cx="3293944"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3795621" y="1815095"/>
            <a:ext cx="1728192" cy="30963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5621504" y="1814524"/>
            <a:ext cx="1468228"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8" hasCustomPrompt="1"/>
          </p:nvPr>
        </p:nvSpPr>
        <p:spPr>
          <a:xfrm>
            <a:off x="7178918" y="230919"/>
            <a:ext cx="1728192" cy="30963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137589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4"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7041" y="1313860"/>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981898" y="1731279"/>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956077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3507854"/>
            <a:ext cx="9144000" cy="1635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6" name="Picture 2" descr="D:\Fullppt\PNG이미지\핸드폰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35225" y="1079005"/>
            <a:ext cx="3373328" cy="4085033"/>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3566328" y="1217153"/>
            <a:ext cx="1945465" cy="300514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454243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354008" y="1131589"/>
            <a:ext cx="2849840" cy="364917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Oval 1"/>
          <p:cNvSpPr/>
          <p:nvPr userDrawn="1"/>
        </p:nvSpPr>
        <p:spPr>
          <a:xfrm>
            <a:off x="2699792" y="699542"/>
            <a:ext cx="3744416" cy="3744416"/>
          </a:xfrm>
          <a:prstGeom prst="ellipse">
            <a:avLst/>
          </a:prstGeom>
          <a:solidFill>
            <a:schemeClr val="accent1">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611877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572000" y="2253238"/>
            <a:ext cx="4572000" cy="473576"/>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572000" y="2726814"/>
            <a:ext cx="457200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theme" Target="../theme/theme2.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Lst>
  <p:hf hd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1" r:id="rId3"/>
    <p:sldLayoutId id="2147483660" r:id="rId4"/>
    <p:sldLayoutId id="2147483662" r:id="rId5"/>
    <p:sldLayoutId id="2147483655" r:id="rId6"/>
    <p:sldLayoutId id="2147483663" r:id="rId7"/>
    <p:sldLayoutId id="2147483664" r:id="rId8"/>
    <p:sldLayoutId id="2147483668" r:id="rId9"/>
    <p:sldLayoutId id="2147483665" r:id="rId10"/>
    <p:sldLayoutId id="2147483670" r:id="rId11"/>
    <p:sldLayoutId id="2147483672" r:id="rId12"/>
    <p:sldLayoutId id="2147483656" r:id="rId13"/>
    <p:sldLayoutId id="2147483674" r:id="rId14"/>
  </p:sldLayoutIdLst>
  <p:hf hd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hf hd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comments" Target="../comments/comment1.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xml"/><Relationship Id="rId5" Type="http://schemas.openxmlformats.org/officeDocument/2006/relationships/image" Target="../media/image14.jpe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6" Type="http://schemas.openxmlformats.org/officeDocument/2006/relationships/comments" Target="../comments/comment5.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0"/>
            <a:r>
              <a:rPr lang="en-US" altLang="ko-KR" sz="3800" dirty="0" smtClean="0">
                <a:ea typeface="맑은 고딕" pitchFamily="50" charset="-127"/>
              </a:rPr>
              <a:t>Virtualisation</a:t>
            </a:r>
            <a:endParaRPr lang="en-US" altLang="ko-KR" sz="3800" dirty="0"/>
          </a:p>
        </p:txBody>
      </p:sp>
      <p:sp>
        <p:nvSpPr>
          <p:cNvPr id="4" name="Text Placeholder 3"/>
          <p:cNvSpPr>
            <a:spLocks noGrp="1"/>
          </p:cNvSpPr>
          <p:nvPr>
            <p:ph type="body" sz="quarter" idx="11"/>
          </p:nvPr>
        </p:nvSpPr>
        <p:spPr/>
        <p:txBody>
          <a:bodyPr/>
          <a:lstStyle/>
          <a:p>
            <a:pPr>
              <a:spcBef>
                <a:spcPts val="0"/>
              </a:spcBef>
              <a:defRPr/>
            </a:pPr>
            <a:r>
              <a:rPr lang="en-US" altLang="ko-KR" sz="1800" dirty="0" smtClean="0"/>
              <a:t>Learncode</a:t>
            </a:r>
            <a:endParaRPr lang="en-US" altLang="ko-KR" sz="1800" dirty="0"/>
          </a:p>
        </p:txBody>
      </p:sp>
    </p:spTree>
    <p:extLst>
      <p:ext uri="{BB962C8B-B14F-4D97-AF65-F5344CB8AC3E}">
        <p14:creationId xmlns:p14="http://schemas.microsoft.com/office/powerpoint/2010/main" val="29718413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75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555776" y="339502"/>
            <a:ext cx="6732240"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3600" dirty="0" smtClean="0">
                <a:solidFill>
                  <a:schemeClr val="tx1">
                    <a:lumMod val="75000"/>
                    <a:lumOff val="25000"/>
                  </a:schemeClr>
                </a:solidFill>
                <a:cs typeface="Arial" pitchFamily="34" charset="0"/>
              </a:rPr>
              <a:t>Réalisé par :</a:t>
            </a:r>
            <a:endParaRPr lang="en-US" sz="3600" dirty="0">
              <a:solidFill>
                <a:schemeClr val="tx1">
                  <a:lumMod val="75000"/>
                  <a:lumOff val="25000"/>
                </a:schemeClr>
              </a:solidFill>
              <a:cs typeface="Arial" pitchFamily="34" charset="0"/>
            </a:endParaRPr>
          </a:p>
        </p:txBody>
      </p:sp>
      <p:sp>
        <p:nvSpPr>
          <p:cNvPr id="34" name="ZoneTexte 33"/>
          <p:cNvSpPr txBox="1"/>
          <p:nvPr/>
        </p:nvSpPr>
        <p:spPr>
          <a:xfrm>
            <a:off x="3707904" y="1131590"/>
            <a:ext cx="3888432" cy="3693319"/>
          </a:xfrm>
          <a:prstGeom prst="rect">
            <a:avLst/>
          </a:prstGeom>
          <a:noFill/>
        </p:spPr>
        <p:txBody>
          <a:bodyPr wrap="square" rtlCol="0">
            <a:spAutoFit/>
          </a:bodyPr>
          <a:lstStyle/>
          <a:p>
            <a:r>
              <a:rPr lang="fr-FR" dirty="0" smtClean="0">
                <a:latin typeface="Times New Roman" panose="02020603050405020304" pitchFamily="18" charset="0"/>
                <a:cs typeface="Times New Roman" panose="02020603050405020304" pitchFamily="18" charset="0"/>
              </a:rPr>
              <a:t>Ayadi </a:t>
            </a:r>
            <a:r>
              <a:rPr lang="fr-FR" dirty="0">
                <a:latin typeface="Times New Roman" panose="02020603050405020304" pitchFamily="18" charset="0"/>
                <a:cs typeface="Times New Roman" panose="02020603050405020304" pitchFamily="18" charset="0"/>
              </a:rPr>
              <a:t>K</a:t>
            </a:r>
            <a:r>
              <a:rPr lang="fr-FR" dirty="0" smtClean="0">
                <a:latin typeface="Times New Roman" panose="02020603050405020304" pitchFamily="18" charset="0"/>
                <a:cs typeface="Times New Roman" panose="02020603050405020304" pitchFamily="18" charset="0"/>
              </a:rPr>
              <a:t>houloud</a:t>
            </a:r>
          </a:p>
          <a:p>
            <a:r>
              <a:rPr lang="fr-FR" dirty="0" smtClean="0">
                <a:latin typeface="Times New Roman" panose="02020603050405020304" pitchFamily="18" charset="0"/>
                <a:cs typeface="Times New Roman" panose="02020603050405020304" pitchFamily="18" charset="0"/>
              </a:rPr>
              <a:t>Salhi Roufaida</a:t>
            </a:r>
          </a:p>
          <a:p>
            <a:r>
              <a:rPr lang="fr-FR" dirty="0" smtClean="0">
                <a:latin typeface="Times New Roman" panose="02020603050405020304" pitchFamily="18" charset="0"/>
                <a:cs typeface="Times New Roman" panose="02020603050405020304" pitchFamily="18" charset="0"/>
              </a:rPr>
              <a:t>Saadi Tasnime</a:t>
            </a:r>
          </a:p>
          <a:p>
            <a:r>
              <a:rPr lang="fr-FR" dirty="0" smtClean="0">
                <a:latin typeface="Times New Roman" panose="02020603050405020304" pitchFamily="18" charset="0"/>
                <a:cs typeface="Times New Roman" panose="02020603050405020304" pitchFamily="18" charset="0"/>
              </a:rPr>
              <a:t>Khemiri Emna</a:t>
            </a:r>
          </a:p>
          <a:p>
            <a:r>
              <a:rPr lang="fr-FR" dirty="0" smtClean="0">
                <a:latin typeface="Times New Roman" panose="02020603050405020304" pitchFamily="18" charset="0"/>
                <a:cs typeface="Times New Roman" panose="02020603050405020304" pitchFamily="18" charset="0"/>
              </a:rPr>
              <a:t>Zouaoui </a:t>
            </a:r>
            <a:r>
              <a:rPr lang="fr-FR" dirty="0">
                <a:latin typeface="Times New Roman" panose="02020603050405020304" pitchFamily="18" charset="0"/>
                <a:cs typeface="Times New Roman" panose="02020603050405020304" pitchFamily="18" charset="0"/>
              </a:rPr>
              <a:t>Ibtihel</a:t>
            </a:r>
          </a:p>
          <a:p>
            <a:r>
              <a:rPr lang="fr-FR" dirty="0">
                <a:latin typeface="Times New Roman" panose="02020603050405020304" pitchFamily="18" charset="0"/>
                <a:cs typeface="Times New Roman" panose="02020603050405020304" pitchFamily="18" charset="0"/>
              </a:rPr>
              <a:t>Rebhi Rahma</a:t>
            </a:r>
          </a:p>
          <a:p>
            <a:r>
              <a:rPr lang="fr-FR" dirty="0">
                <a:latin typeface="Times New Roman" panose="02020603050405020304" pitchFamily="18" charset="0"/>
                <a:cs typeface="Times New Roman" panose="02020603050405020304" pitchFamily="18" charset="0"/>
              </a:rPr>
              <a:t>Ben A</a:t>
            </a:r>
            <a:r>
              <a:rPr lang="fr-FR" dirty="0" smtClean="0">
                <a:latin typeface="Times New Roman" panose="02020603050405020304" pitchFamily="18" charset="0"/>
                <a:cs typeface="Times New Roman" panose="02020603050405020304" pitchFamily="18" charset="0"/>
              </a:rPr>
              <a:t>yedi </a:t>
            </a:r>
            <a:r>
              <a:rPr lang="fr-FR" dirty="0">
                <a:latin typeface="Times New Roman" panose="02020603050405020304" pitchFamily="18" charset="0"/>
                <a:cs typeface="Times New Roman" panose="02020603050405020304" pitchFamily="18" charset="0"/>
              </a:rPr>
              <a:t>Maha </a:t>
            </a:r>
          </a:p>
          <a:p>
            <a:r>
              <a:rPr lang="fr-FR" dirty="0">
                <a:latin typeface="Times New Roman" panose="02020603050405020304" pitchFamily="18" charset="0"/>
                <a:cs typeface="Times New Roman" panose="02020603050405020304" pitchFamily="18" charset="0"/>
              </a:rPr>
              <a:t>Bahri Asma</a:t>
            </a:r>
          </a:p>
          <a:p>
            <a:r>
              <a:rPr lang="fr-FR" dirty="0">
                <a:latin typeface="Times New Roman" panose="02020603050405020304" pitchFamily="18" charset="0"/>
                <a:cs typeface="Times New Roman" panose="02020603050405020304" pitchFamily="18" charset="0"/>
              </a:rPr>
              <a:t>Mrad Mohamed badii </a:t>
            </a:r>
          </a:p>
          <a:p>
            <a:r>
              <a:rPr lang="fr-FR" dirty="0">
                <a:latin typeface="Times New Roman" panose="02020603050405020304" pitchFamily="18" charset="0"/>
                <a:cs typeface="Times New Roman" panose="02020603050405020304" pitchFamily="18" charset="0"/>
              </a:rPr>
              <a:t>Hamrouni Byrem</a:t>
            </a:r>
          </a:p>
          <a:p>
            <a:endParaRPr lang="fr-FR" dirty="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                                    Niveau : 2 DNI</a:t>
            </a:r>
          </a:p>
          <a:p>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318308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406626" y="206567"/>
            <a:ext cx="6732240"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3600" dirty="0" smtClean="0">
                <a:solidFill>
                  <a:schemeClr val="tx1">
                    <a:lumMod val="75000"/>
                    <a:lumOff val="25000"/>
                  </a:schemeClr>
                </a:solidFill>
                <a:cs typeface="Arial" pitchFamily="34" charset="0"/>
              </a:rPr>
              <a:t>Plan :</a:t>
            </a:r>
            <a:endParaRPr lang="en-US" sz="3600" dirty="0">
              <a:solidFill>
                <a:schemeClr val="tx1">
                  <a:lumMod val="75000"/>
                  <a:lumOff val="25000"/>
                </a:schemeClr>
              </a:solidFill>
              <a:cs typeface="Arial" pitchFamily="34" charset="0"/>
            </a:endParaRPr>
          </a:p>
        </p:txBody>
      </p:sp>
      <p:grpSp>
        <p:nvGrpSpPr>
          <p:cNvPr id="30" name="Group 29"/>
          <p:cNvGrpSpPr/>
          <p:nvPr/>
        </p:nvGrpSpPr>
        <p:grpSpPr>
          <a:xfrm>
            <a:off x="2984973" y="987638"/>
            <a:ext cx="5611091" cy="576000"/>
            <a:chOff x="2984973" y="1131591"/>
            <a:chExt cx="5611091" cy="576000"/>
          </a:xfrm>
        </p:grpSpPr>
        <p:sp>
          <p:nvSpPr>
            <p:cNvPr id="4" name="Round Same Side Corner Rectangle 3"/>
            <p:cNvSpPr/>
            <p:nvPr/>
          </p:nvSpPr>
          <p:spPr>
            <a:xfrm rot="5400000">
              <a:off x="5719936" y="-1240513"/>
              <a:ext cx="432048" cy="5320208"/>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5" name="AutoShape 92"/>
            <p:cNvSpPr>
              <a:spLocks noChangeAspect="1" noChangeArrowheads="1"/>
            </p:cNvSpPr>
            <p:nvPr/>
          </p:nvSpPr>
          <p:spPr bwMode="auto">
            <a:xfrm rot="16200000" flipH="1">
              <a:off x="2984973" y="1131591"/>
              <a:ext cx="576000" cy="576000"/>
            </a:xfrm>
            <a:prstGeom prst="ellipse">
              <a:avLst/>
            </a:prstGeom>
            <a:solidFill>
              <a:schemeClr val="bg1"/>
            </a:solidFill>
            <a:ln w="50800">
              <a:solidFill>
                <a:schemeClr val="accent1"/>
              </a:solidFill>
              <a:headEnd/>
              <a:tailEnd/>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endParaRPr kumimoji="0" lang="ko-KR" altLang="en-US" sz="2800" dirty="0">
                <a:solidFill>
                  <a:schemeClr val="bg1"/>
                </a:solidFill>
              </a:endParaRPr>
            </a:p>
          </p:txBody>
        </p:sp>
        <p:sp>
          <p:nvSpPr>
            <p:cNvPr id="6" name="TextBox 5"/>
            <p:cNvSpPr txBox="1"/>
            <p:nvPr/>
          </p:nvSpPr>
          <p:spPr>
            <a:xfrm>
              <a:off x="2988072" y="1234925"/>
              <a:ext cx="569802" cy="369332"/>
            </a:xfrm>
            <a:prstGeom prst="rect">
              <a:avLst/>
            </a:prstGeom>
            <a:noFill/>
          </p:spPr>
          <p:txBody>
            <a:bodyPr wrap="square" tIns="0" bIns="0" rtlCol="0" anchor="ctr">
              <a:spAutoFit/>
            </a:bodyPr>
            <a:lstStyle/>
            <a:p>
              <a:pPr algn="ctr"/>
              <a:r>
                <a:rPr lang="en-US" altLang="ko-KR" sz="2400" b="1" dirty="0">
                  <a:solidFill>
                    <a:schemeClr val="accent1"/>
                  </a:solidFill>
                  <a:cs typeface="Arial" pitchFamily="34" charset="0"/>
                </a:rPr>
                <a:t>01</a:t>
              </a:r>
            </a:p>
          </p:txBody>
        </p:sp>
        <p:sp>
          <p:nvSpPr>
            <p:cNvPr id="7" name="TextBox 6"/>
            <p:cNvSpPr txBox="1"/>
            <p:nvPr/>
          </p:nvSpPr>
          <p:spPr bwMode="auto">
            <a:xfrm>
              <a:off x="3667248" y="1181319"/>
              <a:ext cx="4752528" cy="461665"/>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400" b="1" dirty="0" smtClean="0">
                  <a:solidFill>
                    <a:schemeClr val="bg1"/>
                  </a:solidFill>
                  <a:latin typeface="Times New Roman" panose="02020603050405020304" pitchFamily="18" charset="0"/>
                  <a:cs typeface="Times New Roman" panose="02020603050405020304" pitchFamily="18" charset="0"/>
                </a:rPr>
                <a:t>Introduction</a:t>
              </a:r>
              <a:endParaRPr lang="en-US" altLang="ko-KR" sz="2400" b="1" dirty="0">
                <a:solidFill>
                  <a:schemeClr val="bg1"/>
                </a:solidFill>
                <a:latin typeface="Times New Roman" panose="02020603050405020304" pitchFamily="18" charset="0"/>
                <a:cs typeface="Times New Roman" panose="02020603050405020304" pitchFamily="18" charset="0"/>
              </a:endParaRPr>
            </a:p>
          </p:txBody>
        </p:sp>
      </p:grpSp>
      <p:grpSp>
        <p:nvGrpSpPr>
          <p:cNvPr id="31" name="Group 30"/>
          <p:cNvGrpSpPr/>
          <p:nvPr/>
        </p:nvGrpSpPr>
        <p:grpSpPr>
          <a:xfrm>
            <a:off x="2984973" y="1779662"/>
            <a:ext cx="5611091" cy="576000"/>
            <a:chOff x="2984973" y="2023433"/>
            <a:chExt cx="5611091" cy="576000"/>
          </a:xfrm>
        </p:grpSpPr>
        <p:sp>
          <p:nvSpPr>
            <p:cNvPr id="15" name="Round Same Side Corner Rectangle 14"/>
            <p:cNvSpPr/>
            <p:nvPr/>
          </p:nvSpPr>
          <p:spPr>
            <a:xfrm rot="5400000">
              <a:off x="5719936" y="-348671"/>
              <a:ext cx="432048" cy="5320208"/>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 name="AutoShape 92"/>
            <p:cNvSpPr>
              <a:spLocks noChangeAspect="1" noChangeArrowheads="1"/>
            </p:cNvSpPr>
            <p:nvPr/>
          </p:nvSpPr>
          <p:spPr bwMode="auto">
            <a:xfrm rot="16200000" flipH="1">
              <a:off x="2984973" y="2023433"/>
              <a:ext cx="576000" cy="576000"/>
            </a:xfrm>
            <a:prstGeom prst="ellipse">
              <a:avLst/>
            </a:prstGeom>
            <a:solidFill>
              <a:schemeClr val="bg1"/>
            </a:solidFill>
            <a:ln w="50800">
              <a:solidFill>
                <a:schemeClr val="accent2"/>
              </a:solidFill>
              <a:headEnd/>
              <a:tailEnd/>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endParaRPr kumimoji="0" lang="ko-KR" altLang="en-US" sz="2800" dirty="0">
                <a:solidFill>
                  <a:schemeClr val="bg1"/>
                </a:solidFill>
              </a:endParaRPr>
            </a:p>
          </p:txBody>
        </p:sp>
        <p:sp>
          <p:nvSpPr>
            <p:cNvPr id="17" name="TextBox 16"/>
            <p:cNvSpPr txBox="1"/>
            <p:nvPr/>
          </p:nvSpPr>
          <p:spPr>
            <a:xfrm>
              <a:off x="2988072" y="2126767"/>
              <a:ext cx="569802" cy="369332"/>
            </a:xfrm>
            <a:prstGeom prst="rect">
              <a:avLst/>
            </a:prstGeom>
            <a:noFill/>
          </p:spPr>
          <p:txBody>
            <a:bodyPr wrap="square" tIns="0" bIns="0" rtlCol="0" anchor="ctr">
              <a:spAutoFit/>
            </a:bodyPr>
            <a:lstStyle/>
            <a:p>
              <a:pPr algn="ctr"/>
              <a:r>
                <a:rPr lang="en-US" altLang="ko-KR" sz="2400" b="1" dirty="0">
                  <a:solidFill>
                    <a:schemeClr val="accent2"/>
                  </a:solidFill>
                  <a:cs typeface="Arial" pitchFamily="34" charset="0"/>
                </a:rPr>
                <a:t>02</a:t>
              </a:r>
            </a:p>
          </p:txBody>
        </p:sp>
        <p:sp>
          <p:nvSpPr>
            <p:cNvPr id="18" name="TextBox 17"/>
            <p:cNvSpPr txBox="1"/>
            <p:nvPr/>
          </p:nvSpPr>
          <p:spPr bwMode="auto">
            <a:xfrm>
              <a:off x="3664149" y="2094505"/>
              <a:ext cx="4752528" cy="461665"/>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400" b="1" dirty="0">
                  <a:solidFill>
                    <a:schemeClr val="bg1"/>
                  </a:solidFill>
                  <a:latin typeface="Times New Roman" panose="02020603050405020304" pitchFamily="18" charset="0"/>
                  <a:cs typeface="Times New Roman" panose="02020603050405020304" pitchFamily="18" charset="0"/>
                </a:rPr>
                <a:t>Virtualisation</a:t>
              </a:r>
            </a:p>
          </p:txBody>
        </p:sp>
      </p:grpSp>
      <p:grpSp>
        <p:nvGrpSpPr>
          <p:cNvPr id="32" name="Group 31"/>
          <p:cNvGrpSpPr/>
          <p:nvPr/>
        </p:nvGrpSpPr>
        <p:grpSpPr>
          <a:xfrm>
            <a:off x="2984973" y="2571750"/>
            <a:ext cx="5611091" cy="693623"/>
            <a:chOff x="2984973" y="2915275"/>
            <a:chExt cx="5611091" cy="693623"/>
          </a:xfrm>
        </p:grpSpPr>
        <p:sp>
          <p:nvSpPr>
            <p:cNvPr id="20" name="Round Same Side Corner Rectangle 19"/>
            <p:cNvSpPr/>
            <p:nvPr/>
          </p:nvSpPr>
          <p:spPr>
            <a:xfrm rot="5400000">
              <a:off x="5719936" y="543171"/>
              <a:ext cx="432048" cy="5320208"/>
            </a:xfrm>
            <a:prstGeom prst="round2SameRect">
              <a:avLst>
                <a:gd name="adj1" fmla="val 50000"/>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1" name="AutoShape 92"/>
            <p:cNvSpPr>
              <a:spLocks noChangeAspect="1" noChangeArrowheads="1"/>
            </p:cNvSpPr>
            <p:nvPr/>
          </p:nvSpPr>
          <p:spPr bwMode="auto">
            <a:xfrm rot="16200000" flipH="1">
              <a:off x="2984973" y="2915275"/>
              <a:ext cx="576000" cy="576000"/>
            </a:xfrm>
            <a:prstGeom prst="ellipse">
              <a:avLst/>
            </a:prstGeom>
            <a:solidFill>
              <a:schemeClr val="bg1"/>
            </a:solidFill>
            <a:ln w="50800">
              <a:solidFill>
                <a:schemeClr val="accent3"/>
              </a:solidFill>
              <a:headEnd/>
              <a:tailEnd/>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endParaRPr kumimoji="0" lang="ko-KR" altLang="en-US" sz="2800" dirty="0">
                <a:solidFill>
                  <a:schemeClr val="bg1"/>
                </a:solidFill>
              </a:endParaRPr>
            </a:p>
          </p:txBody>
        </p:sp>
        <p:sp>
          <p:nvSpPr>
            <p:cNvPr id="22" name="TextBox 21"/>
            <p:cNvSpPr txBox="1"/>
            <p:nvPr/>
          </p:nvSpPr>
          <p:spPr>
            <a:xfrm>
              <a:off x="2988072" y="3018609"/>
              <a:ext cx="569802" cy="369332"/>
            </a:xfrm>
            <a:prstGeom prst="rect">
              <a:avLst/>
            </a:prstGeom>
            <a:noFill/>
          </p:spPr>
          <p:txBody>
            <a:bodyPr wrap="square" tIns="0" bIns="0" rtlCol="0" anchor="ctr">
              <a:spAutoFit/>
            </a:bodyPr>
            <a:lstStyle/>
            <a:p>
              <a:pPr algn="ctr"/>
              <a:r>
                <a:rPr lang="en-US" altLang="ko-KR" sz="2400" b="1" dirty="0">
                  <a:solidFill>
                    <a:schemeClr val="accent3"/>
                  </a:solidFill>
                  <a:cs typeface="Arial" pitchFamily="34" charset="0"/>
                </a:rPr>
                <a:t>03</a:t>
              </a:r>
            </a:p>
          </p:txBody>
        </p:sp>
        <p:sp>
          <p:nvSpPr>
            <p:cNvPr id="23" name="TextBox 22"/>
            <p:cNvSpPr txBox="1"/>
            <p:nvPr/>
          </p:nvSpPr>
          <p:spPr bwMode="auto">
            <a:xfrm>
              <a:off x="3675416" y="2931790"/>
              <a:ext cx="4752528" cy="677108"/>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400" b="1" dirty="0">
                  <a:solidFill>
                    <a:schemeClr val="bg1"/>
                  </a:solidFill>
                  <a:latin typeface="Times New Roman" panose="02020603050405020304" pitchFamily="18" charset="0"/>
                  <a:cs typeface="Times New Roman" panose="02020603050405020304" pitchFamily="18" charset="0"/>
                </a:rPr>
                <a:t>Cadre général du projet </a:t>
              </a:r>
            </a:p>
            <a:p>
              <a:pPr>
                <a:defRPr/>
              </a:pPr>
              <a:endParaRPr lang="en-US" altLang="ko-KR" sz="1400" b="1" dirty="0">
                <a:solidFill>
                  <a:schemeClr val="bg1"/>
                </a:solidFill>
                <a:cs typeface="Arial" pitchFamily="34" charset="0"/>
              </a:endParaRPr>
            </a:p>
          </p:txBody>
        </p:sp>
      </p:grpSp>
      <p:grpSp>
        <p:nvGrpSpPr>
          <p:cNvPr id="33" name="Group 32"/>
          <p:cNvGrpSpPr/>
          <p:nvPr/>
        </p:nvGrpSpPr>
        <p:grpSpPr>
          <a:xfrm>
            <a:off x="2984973" y="3363838"/>
            <a:ext cx="5611091" cy="576000"/>
            <a:chOff x="2984973" y="3807117"/>
            <a:chExt cx="5611091" cy="576000"/>
          </a:xfrm>
        </p:grpSpPr>
        <p:sp>
          <p:nvSpPr>
            <p:cNvPr id="25" name="Round Same Side Corner Rectangle 24"/>
            <p:cNvSpPr/>
            <p:nvPr/>
          </p:nvSpPr>
          <p:spPr>
            <a:xfrm rot="5400000">
              <a:off x="5719936" y="1435013"/>
              <a:ext cx="432048" cy="5320208"/>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AutoShape 92"/>
            <p:cNvSpPr>
              <a:spLocks noChangeAspect="1" noChangeArrowheads="1"/>
            </p:cNvSpPr>
            <p:nvPr/>
          </p:nvSpPr>
          <p:spPr bwMode="auto">
            <a:xfrm rot="16200000" flipH="1">
              <a:off x="2984973" y="3807117"/>
              <a:ext cx="576000" cy="576000"/>
            </a:xfrm>
            <a:prstGeom prst="ellipse">
              <a:avLst/>
            </a:prstGeom>
            <a:solidFill>
              <a:schemeClr val="bg1"/>
            </a:solidFill>
            <a:ln w="50800">
              <a:solidFill>
                <a:schemeClr val="accent4"/>
              </a:solidFill>
              <a:headEnd/>
              <a:tailEnd/>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endParaRPr kumimoji="0" lang="ko-KR" altLang="en-US" sz="2800" dirty="0">
                <a:solidFill>
                  <a:schemeClr val="bg1"/>
                </a:solidFill>
              </a:endParaRPr>
            </a:p>
          </p:txBody>
        </p:sp>
        <p:sp>
          <p:nvSpPr>
            <p:cNvPr id="27" name="TextBox 26"/>
            <p:cNvSpPr txBox="1"/>
            <p:nvPr/>
          </p:nvSpPr>
          <p:spPr>
            <a:xfrm>
              <a:off x="2988072" y="3910451"/>
              <a:ext cx="569802" cy="369332"/>
            </a:xfrm>
            <a:prstGeom prst="rect">
              <a:avLst/>
            </a:prstGeom>
            <a:noFill/>
          </p:spPr>
          <p:txBody>
            <a:bodyPr wrap="square" tIns="0" bIns="0" rtlCol="0" anchor="ctr">
              <a:spAutoFit/>
            </a:bodyPr>
            <a:lstStyle/>
            <a:p>
              <a:pPr algn="ctr"/>
              <a:r>
                <a:rPr lang="en-US" altLang="ko-KR" sz="2400" b="1" dirty="0">
                  <a:solidFill>
                    <a:schemeClr val="accent4"/>
                  </a:solidFill>
                  <a:cs typeface="Arial" pitchFamily="34" charset="0"/>
                </a:rPr>
                <a:t>04</a:t>
              </a:r>
            </a:p>
          </p:txBody>
        </p:sp>
        <p:sp>
          <p:nvSpPr>
            <p:cNvPr id="28" name="TextBox 27"/>
            <p:cNvSpPr txBox="1"/>
            <p:nvPr/>
          </p:nvSpPr>
          <p:spPr bwMode="auto">
            <a:xfrm>
              <a:off x="3667248" y="3856844"/>
              <a:ext cx="4752528" cy="461665"/>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400" b="1" dirty="0" smtClean="0">
                  <a:solidFill>
                    <a:schemeClr val="bg1"/>
                  </a:solidFill>
                  <a:latin typeface="Times New Roman" panose="02020603050405020304" pitchFamily="18" charset="0"/>
                  <a:cs typeface="Times New Roman" panose="02020603050405020304" pitchFamily="18" charset="0"/>
                </a:rPr>
                <a:t>Réalisation</a:t>
              </a:r>
              <a:endParaRPr lang="en-US" altLang="ko-KR" sz="2400" b="1" dirty="0">
                <a:solidFill>
                  <a:schemeClr val="bg1"/>
                </a:solidFill>
                <a:latin typeface="Times New Roman" panose="02020603050405020304" pitchFamily="18" charset="0"/>
                <a:cs typeface="Times New Roman" panose="02020603050405020304" pitchFamily="18" charset="0"/>
              </a:endParaRPr>
            </a:p>
          </p:txBody>
        </p:sp>
      </p:grpSp>
      <p:grpSp>
        <p:nvGrpSpPr>
          <p:cNvPr id="24" name="Group 32"/>
          <p:cNvGrpSpPr/>
          <p:nvPr/>
        </p:nvGrpSpPr>
        <p:grpSpPr>
          <a:xfrm>
            <a:off x="2987824" y="4155990"/>
            <a:ext cx="5611091" cy="576000"/>
            <a:chOff x="2984973" y="3807117"/>
            <a:chExt cx="5611091" cy="576000"/>
          </a:xfrm>
        </p:grpSpPr>
        <p:sp>
          <p:nvSpPr>
            <p:cNvPr id="29" name="Round Same Side Corner Rectangle 24"/>
            <p:cNvSpPr/>
            <p:nvPr/>
          </p:nvSpPr>
          <p:spPr>
            <a:xfrm rot="5400000">
              <a:off x="5719936" y="1435013"/>
              <a:ext cx="432048" cy="5320208"/>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4" name="AutoShape 92"/>
            <p:cNvSpPr>
              <a:spLocks noChangeAspect="1" noChangeArrowheads="1"/>
            </p:cNvSpPr>
            <p:nvPr/>
          </p:nvSpPr>
          <p:spPr bwMode="auto">
            <a:xfrm rot="16200000" flipH="1">
              <a:off x="2984973" y="3807117"/>
              <a:ext cx="576000" cy="576000"/>
            </a:xfrm>
            <a:prstGeom prst="ellipse">
              <a:avLst/>
            </a:prstGeom>
            <a:solidFill>
              <a:schemeClr val="bg1"/>
            </a:solidFill>
            <a:ln w="50800">
              <a:solidFill>
                <a:schemeClr val="accent4"/>
              </a:solidFill>
              <a:headEnd/>
              <a:tailEnd/>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endParaRPr kumimoji="0" lang="ko-KR" altLang="en-US" sz="2800" dirty="0">
                <a:solidFill>
                  <a:schemeClr val="bg1"/>
                </a:solidFill>
              </a:endParaRPr>
            </a:p>
          </p:txBody>
        </p:sp>
        <p:sp>
          <p:nvSpPr>
            <p:cNvPr id="35" name="TextBox 26"/>
            <p:cNvSpPr txBox="1"/>
            <p:nvPr/>
          </p:nvSpPr>
          <p:spPr>
            <a:xfrm>
              <a:off x="2988072" y="3910451"/>
              <a:ext cx="569802" cy="369332"/>
            </a:xfrm>
            <a:prstGeom prst="rect">
              <a:avLst/>
            </a:prstGeom>
            <a:noFill/>
          </p:spPr>
          <p:txBody>
            <a:bodyPr wrap="square" tIns="0" bIns="0" rtlCol="0" anchor="ctr">
              <a:spAutoFit/>
            </a:bodyPr>
            <a:lstStyle/>
            <a:p>
              <a:pPr algn="ctr"/>
              <a:r>
                <a:rPr lang="en-US" altLang="ko-KR" sz="2400" b="1" dirty="0" smtClean="0">
                  <a:solidFill>
                    <a:schemeClr val="accent4"/>
                  </a:solidFill>
                  <a:cs typeface="Arial" pitchFamily="34" charset="0"/>
                </a:rPr>
                <a:t>05</a:t>
              </a:r>
              <a:endParaRPr lang="en-US" altLang="ko-KR" sz="2400" b="1" dirty="0">
                <a:solidFill>
                  <a:schemeClr val="accent4"/>
                </a:solidFill>
                <a:cs typeface="Arial" pitchFamily="34" charset="0"/>
              </a:endParaRPr>
            </a:p>
          </p:txBody>
        </p:sp>
        <p:sp>
          <p:nvSpPr>
            <p:cNvPr id="36" name="TextBox 27"/>
            <p:cNvSpPr txBox="1"/>
            <p:nvPr/>
          </p:nvSpPr>
          <p:spPr bwMode="auto">
            <a:xfrm>
              <a:off x="3667248" y="3856844"/>
              <a:ext cx="4752528" cy="461665"/>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400" b="1" dirty="0">
                  <a:solidFill>
                    <a:schemeClr val="bg1"/>
                  </a:solidFill>
                  <a:latin typeface="Times New Roman" panose="02020603050405020304" pitchFamily="18" charset="0"/>
                  <a:cs typeface="Times New Roman" panose="02020603050405020304" pitchFamily="18" charset="0"/>
                </a:rPr>
                <a:t>Conclusion</a:t>
              </a:r>
            </a:p>
          </p:txBody>
        </p:sp>
      </p:grpSp>
    </p:spTree>
    <p:extLst>
      <p:ext uri="{BB962C8B-B14F-4D97-AF65-F5344CB8AC3E}">
        <p14:creationId xmlns:p14="http://schemas.microsoft.com/office/powerpoint/2010/main" val="10950559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1000"/>
                                        <p:tgtEl>
                                          <p:spTgt spid="31"/>
                                        </p:tgtEl>
                                      </p:cBhvr>
                                    </p:animEffect>
                                    <p:anim calcmode="lin" valueType="num">
                                      <p:cBhvr>
                                        <p:cTn id="15" dur="1000" fill="hold"/>
                                        <p:tgtEl>
                                          <p:spTgt spid="31"/>
                                        </p:tgtEl>
                                        <p:attrNameLst>
                                          <p:attrName>ppt_x</p:attrName>
                                        </p:attrNameLst>
                                      </p:cBhvr>
                                      <p:tavLst>
                                        <p:tav tm="0">
                                          <p:val>
                                            <p:strVal val="#ppt_x"/>
                                          </p:val>
                                        </p:tav>
                                        <p:tav tm="100000">
                                          <p:val>
                                            <p:strVal val="#ppt_x"/>
                                          </p:val>
                                        </p:tav>
                                      </p:tavLst>
                                    </p:anim>
                                    <p:anim calcmode="lin" valueType="num">
                                      <p:cBhvr>
                                        <p:cTn id="1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1000"/>
                                        <p:tgtEl>
                                          <p:spTgt spid="32"/>
                                        </p:tgtEl>
                                      </p:cBhvr>
                                    </p:animEffect>
                                    <p:anim calcmode="lin" valueType="num">
                                      <p:cBhvr>
                                        <p:cTn id="22" dur="1000" fill="hold"/>
                                        <p:tgtEl>
                                          <p:spTgt spid="32"/>
                                        </p:tgtEl>
                                        <p:attrNameLst>
                                          <p:attrName>ppt_x</p:attrName>
                                        </p:attrNameLst>
                                      </p:cBhvr>
                                      <p:tavLst>
                                        <p:tav tm="0">
                                          <p:val>
                                            <p:strVal val="#ppt_x"/>
                                          </p:val>
                                        </p:tav>
                                        <p:tav tm="100000">
                                          <p:val>
                                            <p:strVal val="#ppt_x"/>
                                          </p:val>
                                        </p:tav>
                                      </p:tavLst>
                                    </p:anim>
                                    <p:anim calcmode="lin" valueType="num">
                                      <p:cBhvr>
                                        <p:cTn id="2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1000"/>
                                        <p:tgtEl>
                                          <p:spTgt spid="33"/>
                                        </p:tgtEl>
                                      </p:cBhvr>
                                    </p:animEffect>
                                    <p:anim calcmode="lin" valueType="num">
                                      <p:cBhvr>
                                        <p:cTn id="29" dur="1000" fill="hold"/>
                                        <p:tgtEl>
                                          <p:spTgt spid="33"/>
                                        </p:tgtEl>
                                        <p:attrNameLst>
                                          <p:attrName>ppt_x</p:attrName>
                                        </p:attrNameLst>
                                      </p:cBhvr>
                                      <p:tavLst>
                                        <p:tav tm="0">
                                          <p:val>
                                            <p:strVal val="#ppt_x"/>
                                          </p:val>
                                        </p:tav>
                                        <p:tav tm="100000">
                                          <p:val>
                                            <p:strVal val="#ppt_x"/>
                                          </p:val>
                                        </p:tav>
                                      </p:tavLst>
                                    </p:anim>
                                    <p:anim calcmode="lin" valueType="num">
                                      <p:cBhvr>
                                        <p:cTn id="3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1000"/>
                                        <p:tgtEl>
                                          <p:spTgt spid="24"/>
                                        </p:tgtEl>
                                      </p:cBhvr>
                                    </p:animEffect>
                                    <p:anim calcmode="lin" valueType="num">
                                      <p:cBhvr>
                                        <p:cTn id="36" dur="1000" fill="hold"/>
                                        <p:tgtEl>
                                          <p:spTgt spid="24"/>
                                        </p:tgtEl>
                                        <p:attrNameLst>
                                          <p:attrName>ppt_x</p:attrName>
                                        </p:attrNameLst>
                                      </p:cBhvr>
                                      <p:tavLst>
                                        <p:tav tm="0">
                                          <p:val>
                                            <p:strVal val="#ppt_x"/>
                                          </p:val>
                                        </p:tav>
                                        <p:tav tm="100000">
                                          <p:val>
                                            <p:strVal val="#ppt_x"/>
                                          </p:val>
                                        </p:tav>
                                      </p:tavLst>
                                    </p:anim>
                                    <p:anim calcmode="lin" valueType="num">
                                      <p:cBhvr>
                                        <p:cTn id="3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ame 16"/>
          <p:cNvSpPr/>
          <p:nvPr/>
        </p:nvSpPr>
        <p:spPr>
          <a:xfrm>
            <a:off x="215516" y="177378"/>
            <a:ext cx="8712968" cy="4788744"/>
          </a:xfrm>
          <a:prstGeom prst="frame">
            <a:avLst>
              <a:gd name="adj1" fmla="val 89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4" name="Rectangle 13"/>
          <p:cNvSpPr/>
          <p:nvPr/>
        </p:nvSpPr>
        <p:spPr>
          <a:xfrm>
            <a:off x="465368" y="0"/>
            <a:ext cx="2234424"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ZoneTexte 1"/>
          <p:cNvSpPr txBox="1"/>
          <p:nvPr/>
        </p:nvSpPr>
        <p:spPr>
          <a:xfrm>
            <a:off x="663934" y="483518"/>
            <a:ext cx="1837292" cy="477054"/>
          </a:xfrm>
          <a:prstGeom prst="rect">
            <a:avLst/>
          </a:prstGeom>
          <a:noFill/>
        </p:spPr>
        <p:txBody>
          <a:bodyPr wrap="square" rtlCol="0">
            <a:spAutoFit/>
          </a:bodyPr>
          <a:lstStyle/>
          <a:p>
            <a:r>
              <a:rPr lang="fr-FR" sz="2500" dirty="0" smtClean="0">
                <a:latin typeface="Times New Roman" panose="02020603050405020304" pitchFamily="18" charset="0"/>
                <a:cs typeface="Times New Roman" panose="02020603050405020304" pitchFamily="18" charset="0"/>
              </a:rPr>
              <a:t>Introduction</a:t>
            </a:r>
            <a:endParaRPr lang="fr-FR" sz="2500" dirty="0">
              <a:latin typeface="Times New Roman" panose="02020603050405020304" pitchFamily="18" charset="0"/>
              <a:cs typeface="Times New Roman" panose="02020603050405020304" pitchFamily="18" charset="0"/>
            </a:endParaRPr>
          </a:p>
        </p:txBody>
      </p:sp>
      <p:sp>
        <p:nvSpPr>
          <p:cNvPr id="3" name="ZoneTexte 2"/>
          <p:cNvSpPr txBox="1"/>
          <p:nvPr/>
        </p:nvSpPr>
        <p:spPr>
          <a:xfrm>
            <a:off x="2789802" y="1131590"/>
            <a:ext cx="6048671" cy="3277820"/>
          </a:xfrm>
          <a:prstGeom prst="rect">
            <a:avLst/>
          </a:prstGeom>
          <a:noFill/>
        </p:spPr>
        <p:txBody>
          <a:bodyPr wrap="square" rtlCol="0">
            <a:spAutoFit/>
          </a:bodyPr>
          <a:lstStyle/>
          <a:p>
            <a:pPr algn="just">
              <a:lnSpc>
                <a:spcPct val="150000"/>
              </a:lnSpc>
            </a:pPr>
            <a:r>
              <a:rPr lang="fr-FR" dirty="0">
                <a:latin typeface="Times New Roman" panose="02020603050405020304" pitchFamily="18" charset="0"/>
                <a:cs typeface="Times New Roman" panose="02020603050405020304" pitchFamily="18" charset="0"/>
              </a:rPr>
              <a:t>Alors que les besoins évoluent constamment et qu’il est </a:t>
            </a:r>
            <a:r>
              <a:rPr lang="fr-FR" dirty="0" smtClean="0">
                <a:latin typeface="Times New Roman" panose="02020603050405020304" pitchFamily="18" charset="0"/>
                <a:cs typeface="Times New Roman" panose="02020603050405020304" pitchFamily="18" charset="0"/>
              </a:rPr>
              <a:t>           nécessaire </a:t>
            </a:r>
            <a:r>
              <a:rPr lang="fr-FR" dirty="0">
                <a:latin typeface="Times New Roman" panose="02020603050405020304" pitchFamily="18" charset="0"/>
                <a:cs typeface="Times New Roman" panose="02020603050405020304" pitchFamily="18" charset="0"/>
              </a:rPr>
              <a:t>de s’adapter </a:t>
            </a:r>
            <a:r>
              <a:rPr lang="fr-FR" dirty="0" smtClean="0">
                <a:latin typeface="Times New Roman" panose="02020603050405020304" pitchFamily="18" charset="0"/>
                <a:cs typeface="Times New Roman" panose="02020603050405020304" pitchFamily="18" charset="0"/>
              </a:rPr>
              <a:t>rapidement, </a:t>
            </a:r>
            <a:r>
              <a:rPr lang="fr-FR" dirty="0">
                <a:latin typeface="Times New Roman" panose="02020603050405020304" pitchFamily="18" charset="0"/>
                <a:cs typeface="Times New Roman" panose="02020603050405020304" pitchFamily="18" charset="0"/>
              </a:rPr>
              <a:t>un concept revient de plus en plus souvent : la virtualisation. Que ce soit pour des </a:t>
            </a:r>
            <a:r>
              <a:rPr lang="fr-FR" dirty="0" smtClean="0">
                <a:latin typeface="Times New Roman" panose="02020603050405020304" pitchFamily="18" charset="0"/>
                <a:cs typeface="Times New Roman" panose="02020603050405020304" pitchFamily="18" charset="0"/>
              </a:rPr>
              <a:t>             entreprises </a:t>
            </a:r>
            <a:r>
              <a:rPr lang="fr-FR" dirty="0">
                <a:latin typeface="Times New Roman" panose="02020603050405020304" pitchFamily="18" charset="0"/>
                <a:cs typeface="Times New Roman" panose="02020603050405020304" pitchFamily="18" charset="0"/>
              </a:rPr>
              <a:t>ou  </a:t>
            </a:r>
            <a:r>
              <a:rPr lang="fr-FR" dirty="0" smtClean="0">
                <a:latin typeface="Times New Roman" panose="02020603050405020304" pitchFamily="18" charset="0"/>
                <a:cs typeface="Times New Roman" panose="02020603050405020304" pitchFamily="18" charset="0"/>
              </a:rPr>
              <a:t>bien </a:t>
            </a:r>
            <a:r>
              <a:rPr lang="fr-FR" dirty="0">
                <a:latin typeface="Times New Roman" panose="02020603050405020304" pitchFamily="18" charset="0"/>
                <a:cs typeface="Times New Roman" panose="02020603050405020304" pitchFamily="18" charset="0"/>
              </a:rPr>
              <a:t>même des particuliers, la virtualisation a </a:t>
            </a:r>
            <a:r>
              <a:rPr lang="fr-FR" dirty="0" smtClean="0">
                <a:latin typeface="Times New Roman" panose="02020603050405020304" pitchFamily="18" charset="0"/>
                <a:cs typeface="Times New Roman" panose="02020603050405020304" pitchFamily="18" charset="0"/>
              </a:rPr>
              <a:t>    fait </a:t>
            </a:r>
            <a:r>
              <a:rPr lang="fr-FR" dirty="0">
                <a:latin typeface="Times New Roman" panose="02020603050405020304" pitchFamily="18" charset="0"/>
                <a:cs typeface="Times New Roman" panose="02020603050405020304" pitchFamily="18" charset="0"/>
              </a:rPr>
              <a:t>une </a:t>
            </a:r>
            <a:r>
              <a:rPr lang="fr-FR" dirty="0" smtClean="0">
                <a:latin typeface="Times New Roman" panose="02020603050405020304" pitchFamily="18" charset="0"/>
                <a:cs typeface="Times New Roman" panose="02020603050405020304" pitchFamily="18" charset="0"/>
              </a:rPr>
              <a:t>entrée  fracassante </a:t>
            </a:r>
            <a:r>
              <a:rPr lang="fr-FR" dirty="0">
                <a:latin typeface="Times New Roman" panose="02020603050405020304" pitchFamily="18" charset="0"/>
                <a:cs typeface="Times New Roman" panose="02020603050405020304" pitchFamily="18" charset="0"/>
              </a:rPr>
              <a:t>dans le monde de l’informatique </a:t>
            </a:r>
            <a:r>
              <a:rPr lang="fr-FR" dirty="0" smtClean="0">
                <a:latin typeface="Times New Roman" panose="02020603050405020304" pitchFamily="18" charset="0"/>
                <a:cs typeface="Times New Roman" panose="02020603050405020304" pitchFamily="18" charset="0"/>
              </a:rPr>
              <a:t>et   </a:t>
            </a:r>
            <a:r>
              <a:rPr lang="fr-FR" dirty="0">
                <a:latin typeface="Times New Roman" panose="02020603050405020304" pitchFamily="18" charset="0"/>
                <a:cs typeface="Times New Roman" panose="02020603050405020304" pitchFamily="18" charset="0"/>
              </a:rPr>
              <a:t>s’est </a:t>
            </a:r>
            <a:r>
              <a:rPr lang="fr-FR" dirty="0" smtClean="0">
                <a:latin typeface="Times New Roman" panose="02020603050405020304" pitchFamily="18" charset="0"/>
                <a:cs typeface="Times New Roman" panose="02020603050405020304" pitchFamily="18" charset="0"/>
              </a:rPr>
              <a:t>installée comme </a:t>
            </a:r>
            <a:r>
              <a:rPr lang="fr-FR" dirty="0">
                <a:latin typeface="Times New Roman" panose="02020603050405020304" pitchFamily="18" charset="0"/>
                <a:cs typeface="Times New Roman" panose="02020603050405020304" pitchFamily="18" charset="0"/>
              </a:rPr>
              <a:t>une fonctionnalité essentielle au </a:t>
            </a:r>
            <a:r>
              <a:rPr lang="fr-FR" dirty="0" err="1" smtClean="0">
                <a:latin typeface="Times New Roman" panose="02020603050405020304" pitchFamily="18" charset="0"/>
                <a:cs typeface="Times New Roman" panose="02020603050405020304" pitchFamily="18" charset="0"/>
              </a:rPr>
              <a:t>fonction-nement</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de </a:t>
            </a:r>
            <a:r>
              <a:rPr lang="fr-FR" dirty="0" smtClean="0">
                <a:latin typeface="Times New Roman" panose="02020603050405020304" pitchFamily="18" charset="0"/>
                <a:cs typeface="Times New Roman" panose="02020603050405020304" pitchFamily="18" charset="0"/>
              </a:rPr>
              <a:t>nombreux </a:t>
            </a:r>
            <a:r>
              <a:rPr lang="fr-FR" dirty="0">
                <a:latin typeface="Times New Roman" panose="02020603050405020304" pitchFamily="18" charset="0"/>
                <a:cs typeface="Times New Roman" panose="02020603050405020304" pitchFamily="18" charset="0"/>
              </a:rPr>
              <a:t>business.</a:t>
            </a:r>
          </a:p>
          <a:p>
            <a:pPr algn="just"/>
            <a:endParaRPr lang="fr-FR"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8316416" y="4434666"/>
            <a:ext cx="312906" cy="369332"/>
          </a:xfrm>
          <a:prstGeom prst="rect">
            <a:avLst/>
          </a:prstGeom>
          <a:noFill/>
        </p:spPr>
        <p:txBody>
          <a:bodyPr wrap="none" rtlCol="0">
            <a:spAutoFit/>
          </a:bodyPr>
          <a:lstStyle/>
          <a:p>
            <a:r>
              <a:rPr lang="fr-FR" dirty="0" smtClean="0"/>
              <a:t>1</a:t>
            </a:r>
            <a:endParaRPr lang="fr-FR" dirty="0"/>
          </a:p>
        </p:txBody>
      </p:sp>
    </p:spTree>
    <p:extLst>
      <p:ext uri="{BB962C8B-B14F-4D97-AF65-F5344CB8AC3E}">
        <p14:creationId xmlns:p14="http://schemas.microsoft.com/office/powerpoint/2010/main" val="3743050841"/>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8186" y="1563638"/>
            <a:ext cx="3744416" cy="576063"/>
          </a:xfrm>
        </p:spPr>
        <p:txBody>
          <a:bodyPr/>
          <a:lstStyle/>
          <a:p>
            <a:r>
              <a:rPr lang="en-US" altLang="ko-KR" dirty="0" smtClean="0"/>
              <a:t>Virtualisation?</a:t>
            </a:r>
            <a:endParaRPr lang="ko-KR" altLang="en-US" dirty="0"/>
          </a:p>
        </p:txBody>
      </p:sp>
      <p:sp>
        <p:nvSpPr>
          <p:cNvPr id="5" name="TextBox 4"/>
          <p:cNvSpPr txBox="1"/>
          <p:nvPr/>
        </p:nvSpPr>
        <p:spPr>
          <a:xfrm>
            <a:off x="3393066" y="2955328"/>
            <a:ext cx="2413489" cy="461665"/>
          </a:xfrm>
          <a:prstGeom prst="rect">
            <a:avLst/>
          </a:prstGeom>
          <a:noFill/>
        </p:spPr>
        <p:txBody>
          <a:bodyPr wrap="square" rtlCol="0" anchor="ctr">
            <a:spAutoFit/>
          </a:bodyPr>
          <a:lstStyle/>
          <a:p>
            <a:pPr algn="ctr"/>
            <a:r>
              <a:rPr lang="en-US" altLang="ko-KR" sz="2400" dirty="0">
                <a:solidFill>
                  <a:schemeClr val="tx1">
                    <a:lumMod val="75000"/>
                    <a:lumOff val="25000"/>
                  </a:schemeClr>
                </a:solidFill>
                <a:latin typeface="Times New Roman" panose="02020603050405020304" pitchFamily="18" charset="0"/>
                <a:cs typeface="Times New Roman" panose="02020603050405020304" pitchFamily="18" charset="0"/>
              </a:rPr>
              <a:t>Types</a:t>
            </a:r>
            <a:r>
              <a:rPr lang="en-US" altLang="ko-KR" sz="1200" dirty="0" smtClean="0">
                <a:solidFill>
                  <a:schemeClr val="tx1">
                    <a:lumMod val="75000"/>
                    <a:lumOff val="25000"/>
                  </a:schemeClr>
                </a:solidFill>
                <a:cs typeface="Arial" pitchFamily="34" charset="0"/>
              </a:rPr>
              <a:t>.  </a:t>
            </a:r>
            <a:endParaRPr lang="en-US" altLang="ko-KR" sz="1200" dirty="0">
              <a:solidFill>
                <a:schemeClr val="tx1">
                  <a:lumMod val="75000"/>
                  <a:lumOff val="25000"/>
                </a:schemeClr>
              </a:solidFill>
              <a:cs typeface="Arial" pitchFamily="34" charset="0"/>
            </a:endParaRPr>
          </a:p>
        </p:txBody>
      </p:sp>
      <p:sp>
        <p:nvSpPr>
          <p:cNvPr id="6" name="Espace réservé du texte 5"/>
          <p:cNvSpPr>
            <a:spLocks noGrp="1"/>
          </p:cNvSpPr>
          <p:nvPr>
            <p:ph type="body" sz="quarter" idx="11"/>
          </p:nvPr>
        </p:nvSpPr>
        <p:spPr>
          <a:xfrm>
            <a:off x="2727604" y="2336523"/>
            <a:ext cx="3744416" cy="288032"/>
          </a:xfrm>
        </p:spPr>
        <p:txBody>
          <a:bodyPr/>
          <a:lstStyle/>
          <a:p>
            <a:r>
              <a:rPr lang="fr-FR" sz="2400" dirty="0">
                <a:latin typeface="Times New Roman" panose="02020603050405020304" pitchFamily="18" charset="0"/>
                <a:cs typeface="Times New Roman" panose="02020603050405020304" pitchFamily="18" charset="0"/>
              </a:rPr>
              <a:t>Principe</a:t>
            </a:r>
          </a:p>
        </p:txBody>
      </p:sp>
      <p:sp>
        <p:nvSpPr>
          <p:cNvPr id="7" name="TextBox 4"/>
          <p:cNvSpPr txBox="1"/>
          <p:nvPr/>
        </p:nvSpPr>
        <p:spPr>
          <a:xfrm>
            <a:off x="3393066" y="3367424"/>
            <a:ext cx="2413489" cy="461665"/>
          </a:xfrm>
          <a:prstGeom prst="rect">
            <a:avLst/>
          </a:prstGeom>
          <a:noFill/>
        </p:spPr>
        <p:txBody>
          <a:bodyPr wrap="square" rtlCol="0" anchor="ctr">
            <a:spAutoFit/>
          </a:bodyPr>
          <a:lstStyle/>
          <a:p>
            <a:pPr algn="ctr"/>
            <a:r>
              <a:rPr lang="en-US" altLang="ko-KR" sz="2400" dirty="0">
                <a:solidFill>
                  <a:schemeClr val="tx1">
                    <a:lumMod val="75000"/>
                    <a:lumOff val="25000"/>
                  </a:schemeClr>
                </a:solidFill>
                <a:latin typeface="Times New Roman" panose="02020603050405020304" pitchFamily="18" charset="0"/>
                <a:cs typeface="Times New Roman" panose="02020603050405020304" pitchFamily="18" charset="0"/>
              </a:rPr>
              <a:t>Avantages</a:t>
            </a:r>
          </a:p>
        </p:txBody>
      </p:sp>
      <p:sp>
        <p:nvSpPr>
          <p:cNvPr id="3" name="ZoneTexte 2"/>
          <p:cNvSpPr txBox="1"/>
          <p:nvPr/>
        </p:nvSpPr>
        <p:spPr>
          <a:xfrm>
            <a:off x="3878845" y="2621141"/>
            <a:ext cx="1483098" cy="461665"/>
          </a:xfrm>
          <a:prstGeom prst="rect">
            <a:avLst/>
          </a:prstGeom>
          <a:noFill/>
        </p:spPr>
        <p:txBody>
          <a:bodyPr wrap="none" rtlCol="0">
            <a:spAutoFit/>
          </a:bodyPr>
          <a:lstStyle/>
          <a:p>
            <a:r>
              <a:rPr lang="fr-FR" sz="2400" dirty="0">
                <a:solidFill>
                  <a:schemeClr val="tx1">
                    <a:lumMod val="75000"/>
                    <a:lumOff val="25000"/>
                  </a:schemeClr>
                </a:solidFill>
                <a:latin typeface="Times New Roman" panose="02020603050405020304" pitchFamily="18" charset="0"/>
                <a:cs typeface="Times New Roman" panose="02020603050405020304" pitchFamily="18" charset="0"/>
              </a:rPr>
              <a:t>Historique</a:t>
            </a:r>
          </a:p>
        </p:txBody>
      </p:sp>
      <p:sp>
        <p:nvSpPr>
          <p:cNvPr id="8" name="ZoneTexte 7"/>
          <p:cNvSpPr txBox="1"/>
          <p:nvPr/>
        </p:nvSpPr>
        <p:spPr>
          <a:xfrm>
            <a:off x="8316416" y="4486053"/>
            <a:ext cx="312906" cy="369332"/>
          </a:xfrm>
          <a:prstGeom prst="rect">
            <a:avLst/>
          </a:prstGeom>
          <a:noFill/>
        </p:spPr>
        <p:txBody>
          <a:bodyPr wrap="none" rtlCol="0">
            <a:spAutoFit/>
          </a:bodyPr>
          <a:lstStyle/>
          <a:p>
            <a:r>
              <a:rPr lang="fr-FR" dirty="0"/>
              <a:t>2</a:t>
            </a:r>
          </a:p>
        </p:txBody>
      </p:sp>
    </p:spTree>
    <p:extLst>
      <p:ext uri="{BB962C8B-B14F-4D97-AF65-F5344CB8AC3E}">
        <p14:creationId xmlns:p14="http://schemas.microsoft.com/office/powerpoint/2010/main" val="6145590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build="p"/>
      <p:bldP spid="7"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0"/>
          </p:nvPr>
        </p:nvSpPr>
        <p:spPr>
          <a:xfrm>
            <a:off x="0" y="123478"/>
            <a:ext cx="9144000" cy="576064"/>
          </a:xfrm>
        </p:spPr>
        <p:txBody>
          <a:bodyPr/>
          <a:lstStyle/>
          <a:p>
            <a:r>
              <a:rPr lang="en-US" altLang="ko-KR" dirty="0" smtClean="0"/>
              <a:t>Virtualisation</a:t>
            </a:r>
            <a:endParaRPr lang="ko-KR" altLang="en-US" dirty="0"/>
          </a:p>
        </p:txBody>
      </p:sp>
      <p:sp>
        <p:nvSpPr>
          <p:cNvPr id="5" name="Text Placeholder 2"/>
          <p:cNvSpPr>
            <a:spLocks noGrp="1"/>
          </p:cNvSpPr>
          <p:nvPr>
            <p:ph type="body" sz="quarter" idx="11"/>
          </p:nvPr>
        </p:nvSpPr>
        <p:spPr>
          <a:xfrm>
            <a:off x="0" y="699542"/>
            <a:ext cx="9144000" cy="288032"/>
          </a:xfrm>
        </p:spPr>
        <p:txBody>
          <a:bodyPr/>
          <a:lstStyle/>
          <a:p>
            <a:pPr lvl="0"/>
            <a:r>
              <a:rPr lang="en-US" altLang="ko-KR" sz="1800" dirty="0" smtClean="0">
                <a:latin typeface="Times New Roman" panose="02020603050405020304" pitchFamily="18" charset="0"/>
                <a:cs typeface="Times New Roman" panose="02020603050405020304" pitchFamily="18" charset="0"/>
              </a:rPr>
              <a:t>Principe</a:t>
            </a:r>
            <a:endParaRPr lang="en-US" altLang="ko-KR" sz="1800"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1037790" y="1655732"/>
            <a:ext cx="7566658" cy="2169825"/>
          </a:xfrm>
          <a:prstGeom prst="rect">
            <a:avLst/>
          </a:prstGeom>
          <a:noFill/>
        </p:spPr>
        <p:txBody>
          <a:bodyPr wrap="square" rtlCol="0">
            <a:spAutoFit/>
          </a:bodyPr>
          <a:lstStyle/>
          <a:p>
            <a:pPr algn="just">
              <a:lnSpc>
                <a:spcPct val="150000"/>
              </a:lnSpc>
            </a:pPr>
            <a:r>
              <a:rPr lang="fr-FR" dirty="0">
                <a:latin typeface="Times New Roman" panose="02020603050405020304" pitchFamily="18" charset="0"/>
                <a:cs typeface="Times New Roman" panose="02020603050405020304" pitchFamily="18" charset="0"/>
              </a:rPr>
              <a:t/>
            </a:r>
            <a:br>
              <a:rPr lang="fr-FR" dirty="0">
                <a:latin typeface="Times New Roman" panose="02020603050405020304" pitchFamily="18" charset="0"/>
                <a:cs typeface="Times New Roman" panose="02020603050405020304" pitchFamily="18" charset="0"/>
              </a:rPr>
            </a:br>
            <a:r>
              <a:rPr lang="fr-FR" dirty="0" smtClean="0">
                <a:latin typeface="Times New Roman" panose="02020603050405020304" pitchFamily="18" charset="0"/>
                <a:cs typeface="Times New Roman" panose="02020603050405020304" pitchFamily="18" charset="0"/>
              </a:rPr>
              <a:t>La </a:t>
            </a:r>
            <a:r>
              <a:rPr lang="fr-FR" dirty="0">
                <a:latin typeface="Times New Roman" panose="02020603050405020304" pitchFamily="18" charset="0"/>
                <a:cs typeface="Times New Roman" panose="02020603050405020304" pitchFamily="18" charset="0"/>
              </a:rPr>
              <a:t>virtualisation est un mécanisme informatique qui consiste à faire fonctionner plusieurs systèmes, serveurs ou applications, sur un même serveur </a:t>
            </a:r>
            <a:r>
              <a:rPr lang="fr-FR" dirty="0" smtClean="0">
                <a:latin typeface="Times New Roman" panose="02020603050405020304" pitchFamily="18" charset="0"/>
                <a:cs typeface="Times New Roman" panose="02020603050405020304" pitchFamily="18" charset="0"/>
              </a:rPr>
              <a:t>physique , les </a:t>
            </a:r>
            <a:r>
              <a:rPr lang="fr-FR" dirty="0">
                <a:latin typeface="Times New Roman" panose="02020603050405020304" pitchFamily="18" charset="0"/>
                <a:cs typeface="Times New Roman" panose="02020603050405020304" pitchFamily="18" charset="0"/>
              </a:rPr>
              <a:t>machines virtuelles se partagent alors les ressources matérielles du </a:t>
            </a:r>
            <a:r>
              <a:rPr lang="fr-FR" dirty="0" smtClean="0">
                <a:latin typeface="Times New Roman" panose="02020603050405020304" pitchFamily="18" charset="0"/>
                <a:cs typeface="Times New Roman" panose="02020603050405020304" pitchFamily="18" charset="0"/>
              </a:rPr>
              <a:t>serveur        physique</a:t>
            </a:r>
            <a:r>
              <a:rPr lang="fr-FR" dirty="0">
                <a:latin typeface="Times New Roman" panose="02020603050405020304" pitchFamily="18" charset="0"/>
                <a:cs typeface="Times New Roman" panose="02020603050405020304" pitchFamily="18" charset="0"/>
              </a:rPr>
              <a:t>.</a:t>
            </a:r>
          </a:p>
        </p:txBody>
      </p:sp>
      <p:sp>
        <p:nvSpPr>
          <p:cNvPr id="7" name="TextBox 5"/>
          <p:cNvSpPr txBox="1"/>
          <p:nvPr/>
        </p:nvSpPr>
        <p:spPr>
          <a:xfrm>
            <a:off x="395536" y="1275606"/>
            <a:ext cx="745399" cy="1569660"/>
          </a:xfrm>
          <a:prstGeom prst="rect">
            <a:avLst/>
          </a:prstGeom>
          <a:noFill/>
        </p:spPr>
        <p:txBody>
          <a:bodyPr wrap="square" rtlCol="0">
            <a:spAutoFit/>
          </a:bodyPr>
          <a:lstStyle/>
          <a:p>
            <a:pPr algn="ctr"/>
            <a:r>
              <a:rPr lang="en-US" altLang="ko-KR" sz="9600" b="1" dirty="0">
                <a:solidFill>
                  <a:schemeClr val="accent1"/>
                </a:solidFill>
                <a:latin typeface="Arial" pitchFamily="34" charset="0"/>
                <a:cs typeface="Arial" pitchFamily="34" charset="0"/>
              </a:rPr>
              <a:t>“</a:t>
            </a:r>
            <a:endParaRPr lang="ko-KR" altLang="en-US" sz="9600" b="1" dirty="0">
              <a:solidFill>
                <a:schemeClr val="accent1"/>
              </a:solidFill>
              <a:latin typeface="Arial" pitchFamily="34" charset="0"/>
              <a:cs typeface="Arial" pitchFamily="34" charset="0"/>
            </a:endParaRPr>
          </a:p>
        </p:txBody>
      </p:sp>
      <p:sp>
        <p:nvSpPr>
          <p:cNvPr id="8" name="TextBox 6"/>
          <p:cNvSpPr txBox="1"/>
          <p:nvPr/>
        </p:nvSpPr>
        <p:spPr>
          <a:xfrm rot="10800000">
            <a:off x="7513862" y="2990970"/>
            <a:ext cx="745399" cy="1569660"/>
          </a:xfrm>
          <a:prstGeom prst="rect">
            <a:avLst/>
          </a:prstGeom>
          <a:noFill/>
        </p:spPr>
        <p:txBody>
          <a:bodyPr wrap="square" rtlCol="0">
            <a:spAutoFit/>
          </a:bodyPr>
          <a:lstStyle/>
          <a:p>
            <a:pPr algn="ctr"/>
            <a:r>
              <a:rPr lang="en-US" altLang="ko-KR" sz="9600" b="1" dirty="0">
                <a:solidFill>
                  <a:schemeClr val="accent1"/>
                </a:solidFill>
                <a:latin typeface="Arial" pitchFamily="34" charset="0"/>
                <a:cs typeface="Arial" pitchFamily="34" charset="0"/>
              </a:rPr>
              <a:t>“</a:t>
            </a:r>
            <a:endParaRPr lang="ko-KR" altLang="en-US" sz="9600" b="1" dirty="0">
              <a:solidFill>
                <a:schemeClr val="accent1"/>
              </a:solidFill>
              <a:latin typeface="Arial" pitchFamily="34" charset="0"/>
              <a:cs typeface="Arial" pitchFamily="34" charset="0"/>
            </a:endParaRPr>
          </a:p>
        </p:txBody>
      </p:sp>
      <p:sp>
        <p:nvSpPr>
          <p:cNvPr id="9" name="ZoneTexte 8"/>
          <p:cNvSpPr txBox="1"/>
          <p:nvPr/>
        </p:nvSpPr>
        <p:spPr>
          <a:xfrm>
            <a:off x="8316416" y="4486053"/>
            <a:ext cx="312906" cy="369332"/>
          </a:xfrm>
          <a:prstGeom prst="rect">
            <a:avLst/>
          </a:prstGeom>
          <a:noFill/>
        </p:spPr>
        <p:txBody>
          <a:bodyPr wrap="none" rtlCol="0">
            <a:spAutoFit/>
          </a:bodyPr>
          <a:lstStyle/>
          <a:p>
            <a:r>
              <a:rPr lang="fr-FR" dirty="0"/>
              <a:t>3</a:t>
            </a:r>
          </a:p>
        </p:txBody>
      </p:sp>
    </p:spTree>
    <p:extLst>
      <p:ext uri="{BB962C8B-B14F-4D97-AF65-F5344CB8AC3E}">
        <p14:creationId xmlns:p14="http://schemas.microsoft.com/office/powerpoint/2010/main" val="18907805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0"/>
          </p:nvPr>
        </p:nvSpPr>
        <p:spPr>
          <a:xfrm>
            <a:off x="0" y="123478"/>
            <a:ext cx="9144000" cy="576064"/>
          </a:xfrm>
        </p:spPr>
        <p:txBody>
          <a:bodyPr/>
          <a:lstStyle/>
          <a:p>
            <a:r>
              <a:rPr lang="en-US" altLang="ko-KR" dirty="0" smtClean="0"/>
              <a:t>Virtualisation</a:t>
            </a:r>
            <a:endParaRPr lang="ko-KR" altLang="en-US" dirty="0"/>
          </a:p>
        </p:txBody>
      </p:sp>
      <p:sp>
        <p:nvSpPr>
          <p:cNvPr id="5" name="Text Placeholder 2"/>
          <p:cNvSpPr>
            <a:spLocks noGrp="1"/>
          </p:cNvSpPr>
          <p:nvPr>
            <p:ph type="body" sz="quarter" idx="11"/>
          </p:nvPr>
        </p:nvSpPr>
        <p:spPr>
          <a:xfrm>
            <a:off x="0" y="699542"/>
            <a:ext cx="9144000" cy="288032"/>
          </a:xfrm>
        </p:spPr>
        <p:txBody>
          <a:bodyPr/>
          <a:lstStyle/>
          <a:p>
            <a:pPr lvl="0"/>
            <a:r>
              <a:rPr lang="en-US" altLang="ko-KR" sz="1800" dirty="0" smtClean="0">
                <a:latin typeface="Times New Roman" panose="02020603050405020304" pitchFamily="18" charset="0"/>
                <a:cs typeface="Times New Roman" panose="02020603050405020304" pitchFamily="18" charset="0"/>
              </a:rPr>
              <a:t>Principe</a:t>
            </a:r>
            <a:endParaRPr lang="en-US" altLang="ko-KR" sz="1800" dirty="0">
              <a:latin typeface="Times New Roman" panose="02020603050405020304" pitchFamily="18" charset="0"/>
              <a:cs typeface="Times New Roman" panose="02020603050405020304" pitchFamily="18" charset="0"/>
            </a:endParaRP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598142"/>
            <a:ext cx="3552825" cy="3019425"/>
          </a:xfrm>
          <a:prstGeom prst="rect">
            <a:avLst/>
          </a:prstGeom>
        </p:spPr>
      </p:pic>
      <p:sp>
        <p:nvSpPr>
          <p:cNvPr id="7" name="ZoneTexte 6"/>
          <p:cNvSpPr txBox="1"/>
          <p:nvPr/>
        </p:nvSpPr>
        <p:spPr>
          <a:xfrm>
            <a:off x="3995936" y="1635646"/>
            <a:ext cx="4865696" cy="923330"/>
          </a:xfrm>
          <a:prstGeom prst="rect">
            <a:avLst/>
          </a:prstGeom>
          <a:noFill/>
        </p:spPr>
        <p:txBody>
          <a:bodyPr wrap="square" rtlCol="0">
            <a:spAutoFit/>
          </a:bodyPr>
          <a:lstStyle/>
          <a:p>
            <a:pPr marL="285750" indent="-285750" algn="just">
              <a:buFont typeface="Wingdings" panose="05000000000000000000" pitchFamily="2" charset="2"/>
              <a:buChar char="q"/>
            </a:pPr>
            <a:r>
              <a:rPr lang="fr-FR" dirty="0">
                <a:latin typeface="Times New Roman" panose="02020603050405020304" pitchFamily="18" charset="0"/>
                <a:cs typeface="Times New Roman" panose="02020603050405020304" pitchFamily="18" charset="0"/>
              </a:rPr>
              <a:t>Un système </a:t>
            </a:r>
            <a:r>
              <a:rPr lang="fr-FR" dirty="0" smtClean="0">
                <a:latin typeface="Times New Roman" panose="02020603050405020304" pitchFamily="18" charset="0"/>
                <a:cs typeface="Times New Roman" panose="02020603050405020304" pitchFamily="18" charset="0"/>
              </a:rPr>
              <a:t>hôte va </a:t>
            </a:r>
            <a:r>
              <a:rPr lang="fr-FR" dirty="0">
                <a:latin typeface="Times New Roman" panose="02020603050405020304" pitchFamily="18" charset="0"/>
                <a:cs typeface="Times New Roman" panose="02020603050405020304" pitchFamily="18" charset="0"/>
              </a:rPr>
              <a:t>servir afin d’accueillir </a:t>
            </a:r>
            <a:r>
              <a:rPr lang="fr-FR" dirty="0" smtClean="0">
                <a:latin typeface="Times New Roman" panose="02020603050405020304" pitchFamily="18" charset="0"/>
                <a:cs typeface="Times New Roman" panose="02020603050405020304" pitchFamily="18" charset="0"/>
              </a:rPr>
              <a:t>            plusieurs </a:t>
            </a:r>
            <a:r>
              <a:rPr lang="fr-FR" dirty="0">
                <a:latin typeface="Times New Roman" panose="02020603050405020304" pitchFamily="18" charset="0"/>
                <a:cs typeface="Times New Roman" panose="02020603050405020304" pitchFamily="18" charset="0"/>
              </a:rPr>
              <a:t>autres systèmes d’exploitation par le </a:t>
            </a:r>
            <a:r>
              <a:rPr lang="fr-FR" dirty="0" smtClean="0">
                <a:latin typeface="Times New Roman" panose="02020603050405020304" pitchFamily="18" charset="0"/>
                <a:cs typeface="Times New Roman" panose="02020603050405020304" pitchFamily="18" charset="0"/>
              </a:rPr>
              <a:t> biais </a:t>
            </a:r>
            <a:r>
              <a:rPr lang="fr-FR" dirty="0">
                <a:latin typeface="Times New Roman" panose="02020603050405020304" pitchFamily="18" charset="0"/>
                <a:cs typeface="Times New Roman" panose="02020603050405020304" pitchFamily="18" charset="0"/>
              </a:rPr>
              <a:t>d’un logiciel appelé </a:t>
            </a:r>
            <a:r>
              <a:rPr lang="fr-FR" dirty="0" smtClean="0">
                <a:latin typeface="Times New Roman" panose="02020603050405020304" pitchFamily="18" charset="0"/>
                <a:cs typeface="Times New Roman" panose="02020603050405020304" pitchFamily="18" charset="0"/>
              </a:rPr>
              <a:t>hyperviseur.</a:t>
            </a:r>
            <a:endParaRPr lang="fr-FR" dirty="0">
              <a:latin typeface="Times New Roman" panose="02020603050405020304" pitchFamily="18" charset="0"/>
              <a:cs typeface="Times New Roman" panose="02020603050405020304" pitchFamily="18" charset="0"/>
            </a:endParaRPr>
          </a:p>
        </p:txBody>
      </p:sp>
      <p:sp>
        <p:nvSpPr>
          <p:cNvPr id="8" name="ZoneTexte 7"/>
          <p:cNvSpPr txBox="1"/>
          <p:nvPr/>
        </p:nvSpPr>
        <p:spPr>
          <a:xfrm>
            <a:off x="3995936" y="2545193"/>
            <a:ext cx="4968552" cy="1200329"/>
          </a:xfrm>
          <a:prstGeom prst="rect">
            <a:avLst/>
          </a:prstGeom>
          <a:noFill/>
        </p:spPr>
        <p:txBody>
          <a:bodyPr wrap="square" rtlCol="0">
            <a:spAutoFit/>
          </a:bodyPr>
          <a:lstStyle/>
          <a:p>
            <a:pPr marL="285750" indent="-285750" algn="just">
              <a:buFont typeface="Wingdings" panose="05000000000000000000" pitchFamily="2" charset="2"/>
              <a:buChar char="q"/>
            </a:pPr>
            <a:r>
              <a:rPr lang="fr-FR" dirty="0">
                <a:latin typeface="Times New Roman" panose="02020603050405020304" pitchFamily="18" charset="0"/>
                <a:cs typeface="Times New Roman" panose="02020603050405020304" pitchFamily="18" charset="0"/>
              </a:rPr>
              <a:t>L’hyperviseur va permettre de créer </a:t>
            </a:r>
            <a:r>
              <a:rPr lang="fr-FR" dirty="0" smtClean="0">
                <a:latin typeface="Times New Roman" panose="02020603050405020304" pitchFamily="18" charset="0"/>
                <a:cs typeface="Times New Roman" panose="02020603050405020304" pitchFamily="18" charset="0"/>
              </a:rPr>
              <a:t>plusieurs     </a:t>
            </a:r>
            <a:r>
              <a:rPr lang="fr-FR" dirty="0">
                <a:latin typeface="Times New Roman" panose="02020603050405020304" pitchFamily="18" charset="0"/>
                <a:cs typeface="Times New Roman" panose="02020603050405020304" pitchFamily="18" charset="0"/>
              </a:rPr>
              <a:t>environnement clos et indépendant qui pourront à leur tour héberger d’autres systèmes </a:t>
            </a:r>
            <a:r>
              <a:rPr lang="fr-FR" dirty="0" smtClean="0">
                <a:latin typeface="Times New Roman" panose="02020603050405020304" pitchFamily="18" charset="0"/>
                <a:cs typeface="Times New Roman" panose="02020603050405020304" pitchFamily="18" charset="0"/>
              </a:rPr>
              <a:t>                d’exploitation </a:t>
            </a:r>
            <a:r>
              <a:rPr lang="fr-FR" dirty="0">
                <a:latin typeface="Times New Roman" panose="02020603050405020304" pitchFamily="18" charset="0"/>
                <a:cs typeface="Times New Roman" panose="02020603050405020304" pitchFamily="18" charset="0"/>
              </a:rPr>
              <a:t>aussi appelés système invités. </a:t>
            </a:r>
          </a:p>
        </p:txBody>
      </p:sp>
      <p:sp>
        <p:nvSpPr>
          <p:cNvPr id="9" name="ZoneTexte 8"/>
          <p:cNvSpPr txBox="1"/>
          <p:nvPr/>
        </p:nvSpPr>
        <p:spPr>
          <a:xfrm>
            <a:off x="3995936" y="3795886"/>
            <a:ext cx="4865696" cy="923330"/>
          </a:xfrm>
          <a:prstGeom prst="rect">
            <a:avLst/>
          </a:prstGeom>
          <a:noFill/>
        </p:spPr>
        <p:txBody>
          <a:bodyPr wrap="square" rtlCol="0">
            <a:spAutoFit/>
          </a:bodyPr>
          <a:lstStyle/>
          <a:p>
            <a:pPr marL="285750" indent="-285750">
              <a:buFont typeface="Wingdings" panose="05000000000000000000" pitchFamily="2" charset="2"/>
              <a:buChar char="q"/>
            </a:pPr>
            <a:r>
              <a:rPr lang="fr-FR" dirty="0">
                <a:latin typeface="Times New Roman" panose="02020603050405020304" pitchFamily="18" charset="0"/>
                <a:cs typeface="Times New Roman" panose="02020603050405020304" pitchFamily="18" charset="0"/>
              </a:rPr>
              <a:t>Les environnement indépendant ainsi créer grâce à l’hyperviseur sont des machines virtuelles.</a:t>
            </a:r>
          </a:p>
          <a:p>
            <a:endParaRPr lang="fr-FR" dirty="0"/>
          </a:p>
        </p:txBody>
      </p:sp>
      <p:sp>
        <p:nvSpPr>
          <p:cNvPr id="10" name="ZoneTexte 9"/>
          <p:cNvSpPr txBox="1"/>
          <p:nvPr/>
        </p:nvSpPr>
        <p:spPr>
          <a:xfrm>
            <a:off x="8316416" y="4619494"/>
            <a:ext cx="312906" cy="369332"/>
          </a:xfrm>
          <a:prstGeom prst="rect">
            <a:avLst/>
          </a:prstGeom>
          <a:noFill/>
        </p:spPr>
        <p:txBody>
          <a:bodyPr wrap="none" rtlCol="0">
            <a:spAutoFit/>
          </a:bodyPr>
          <a:lstStyle/>
          <a:p>
            <a:r>
              <a:rPr lang="fr-FR" dirty="0"/>
              <a:t>4</a:t>
            </a:r>
          </a:p>
        </p:txBody>
      </p:sp>
    </p:spTree>
    <p:extLst>
      <p:ext uri="{BB962C8B-B14F-4D97-AF65-F5344CB8AC3E}">
        <p14:creationId xmlns:p14="http://schemas.microsoft.com/office/powerpoint/2010/main" val="2062451460"/>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dirty="0"/>
              <a:t>Virtualisation</a:t>
            </a:r>
            <a:endParaRPr lang="ko-KR" altLang="en-US" dirty="0"/>
          </a:p>
        </p:txBody>
      </p:sp>
      <p:sp>
        <p:nvSpPr>
          <p:cNvPr id="3" name="Text Placeholder 2"/>
          <p:cNvSpPr>
            <a:spLocks noGrp="1"/>
          </p:cNvSpPr>
          <p:nvPr>
            <p:ph type="body" sz="quarter" idx="11"/>
          </p:nvPr>
        </p:nvSpPr>
        <p:spPr/>
        <p:txBody>
          <a:bodyPr/>
          <a:lstStyle/>
          <a:p>
            <a:pPr lvl="0"/>
            <a:r>
              <a:rPr lang="en-US" altLang="ko-KR" sz="1800" dirty="0">
                <a:latin typeface="Times New Roman" panose="02020603050405020304" pitchFamily="18" charset="0"/>
                <a:cs typeface="Times New Roman" panose="02020603050405020304" pitchFamily="18" charset="0"/>
              </a:rPr>
              <a:t>Historique</a:t>
            </a:r>
          </a:p>
        </p:txBody>
      </p:sp>
      <p:sp>
        <p:nvSpPr>
          <p:cNvPr id="6" name="TextBox 5"/>
          <p:cNvSpPr txBox="1"/>
          <p:nvPr/>
        </p:nvSpPr>
        <p:spPr>
          <a:xfrm>
            <a:off x="366108" y="2660880"/>
            <a:ext cx="922945" cy="461665"/>
          </a:xfrm>
          <a:prstGeom prst="rect">
            <a:avLst/>
          </a:prstGeom>
          <a:noFill/>
        </p:spPr>
        <p:txBody>
          <a:bodyPr wrap="square" rtlCol="0">
            <a:spAutoFit/>
          </a:bodyPr>
          <a:lstStyle/>
          <a:p>
            <a:pPr algn="ctr"/>
            <a:r>
              <a:rPr lang="en-US" altLang="ko-KR" sz="2400" b="1" dirty="0" smtClean="0">
                <a:solidFill>
                  <a:schemeClr val="accent1"/>
                </a:solidFill>
                <a:cs typeface="Arial" pitchFamily="34" charset="0"/>
              </a:rPr>
              <a:t>1970</a:t>
            </a:r>
            <a:endParaRPr lang="ko-KR" altLang="en-US" sz="2400" b="1" dirty="0">
              <a:solidFill>
                <a:schemeClr val="accent1"/>
              </a:solidFill>
              <a:cs typeface="Arial" pitchFamily="34" charset="0"/>
            </a:endParaRPr>
          </a:p>
        </p:txBody>
      </p:sp>
      <p:sp>
        <p:nvSpPr>
          <p:cNvPr id="7" name="TextBox 6"/>
          <p:cNvSpPr txBox="1"/>
          <p:nvPr/>
        </p:nvSpPr>
        <p:spPr>
          <a:xfrm>
            <a:off x="2712362" y="2687960"/>
            <a:ext cx="922945" cy="461665"/>
          </a:xfrm>
          <a:prstGeom prst="rect">
            <a:avLst/>
          </a:prstGeom>
          <a:noFill/>
        </p:spPr>
        <p:txBody>
          <a:bodyPr wrap="square" rtlCol="0">
            <a:spAutoFit/>
          </a:bodyPr>
          <a:lstStyle/>
          <a:p>
            <a:pPr algn="ctr"/>
            <a:r>
              <a:rPr lang="en-US" altLang="ko-KR" sz="2400" b="1" dirty="0" smtClean="0">
                <a:solidFill>
                  <a:schemeClr val="accent1"/>
                </a:solidFill>
                <a:cs typeface="Arial" pitchFamily="34" charset="0"/>
              </a:rPr>
              <a:t>1980</a:t>
            </a:r>
            <a:endParaRPr lang="ko-KR" altLang="en-US" sz="2400" b="1" dirty="0">
              <a:solidFill>
                <a:schemeClr val="accent1"/>
              </a:solidFill>
              <a:cs typeface="Arial" pitchFamily="34" charset="0"/>
            </a:endParaRPr>
          </a:p>
        </p:txBody>
      </p:sp>
      <p:sp>
        <p:nvSpPr>
          <p:cNvPr id="8" name="TextBox 7"/>
          <p:cNvSpPr txBox="1"/>
          <p:nvPr/>
        </p:nvSpPr>
        <p:spPr>
          <a:xfrm>
            <a:off x="5300282" y="2687960"/>
            <a:ext cx="922945" cy="461665"/>
          </a:xfrm>
          <a:prstGeom prst="rect">
            <a:avLst/>
          </a:prstGeom>
          <a:noFill/>
        </p:spPr>
        <p:txBody>
          <a:bodyPr wrap="square" rtlCol="0">
            <a:spAutoFit/>
          </a:bodyPr>
          <a:lstStyle/>
          <a:p>
            <a:pPr algn="ctr"/>
            <a:r>
              <a:rPr lang="en-US" altLang="ko-KR" sz="2400" b="1" dirty="0" smtClean="0">
                <a:solidFill>
                  <a:schemeClr val="accent1"/>
                </a:solidFill>
                <a:cs typeface="Arial" pitchFamily="34" charset="0"/>
              </a:rPr>
              <a:t>1990</a:t>
            </a:r>
            <a:endParaRPr lang="ko-KR" altLang="en-US" sz="2400" b="1" dirty="0">
              <a:solidFill>
                <a:schemeClr val="accent1"/>
              </a:solidFill>
              <a:cs typeface="Arial" pitchFamily="34" charset="0"/>
            </a:endParaRPr>
          </a:p>
        </p:txBody>
      </p:sp>
      <p:sp>
        <p:nvSpPr>
          <p:cNvPr id="9" name="TextBox 8"/>
          <p:cNvSpPr txBox="1"/>
          <p:nvPr/>
        </p:nvSpPr>
        <p:spPr>
          <a:xfrm>
            <a:off x="7832287" y="2679364"/>
            <a:ext cx="922945" cy="461665"/>
          </a:xfrm>
          <a:prstGeom prst="rect">
            <a:avLst/>
          </a:prstGeom>
          <a:noFill/>
        </p:spPr>
        <p:txBody>
          <a:bodyPr wrap="square" rtlCol="0">
            <a:spAutoFit/>
          </a:bodyPr>
          <a:lstStyle/>
          <a:p>
            <a:pPr algn="ctr"/>
            <a:r>
              <a:rPr lang="en-US" altLang="ko-KR" sz="2400" b="1" dirty="0">
                <a:solidFill>
                  <a:schemeClr val="accent2"/>
                </a:solidFill>
                <a:cs typeface="Arial" pitchFamily="34" charset="0"/>
              </a:rPr>
              <a:t>2000</a:t>
            </a:r>
            <a:endParaRPr lang="ko-KR" altLang="en-US" sz="2400" b="1" dirty="0">
              <a:solidFill>
                <a:schemeClr val="accent2"/>
              </a:solidFill>
              <a:cs typeface="Arial" pitchFamily="34" charset="0"/>
            </a:endParaRPr>
          </a:p>
        </p:txBody>
      </p:sp>
      <p:sp>
        <p:nvSpPr>
          <p:cNvPr id="13" name="Rectangle 12"/>
          <p:cNvSpPr/>
          <p:nvPr/>
        </p:nvSpPr>
        <p:spPr>
          <a:xfrm>
            <a:off x="6189589" y="2896743"/>
            <a:ext cx="1642697" cy="863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nvGrpSpPr>
          <p:cNvPr id="11" name="Group 10"/>
          <p:cNvGrpSpPr/>
          <p:nvPr/>
        </p:nvGrpSpPr>
        <p:grpSpPr>
          <a:xfrm>
            <a:off x="948545" y="3122545"/>
            <a:ext cx="2160240" cy="1503439"/>
            <a:chOff x="802469" y="2772611"/>
            <a:chExt cx="2049026" cy="1503439"/>
          </a:xfrm>
        </p:grpSpPr>
        <p:sp>
          <p:nvSpPr>
            <p:cNvPr id="15" name="TextBox 14"/>
            <p:cNvSpPr txBox="1"/>
            <p:nvPr/>
          </p:nvSpPr>
          <p:spPr>
            <a:xfrm>
              <a:off x="802469" y="2772611"/>
              <a:ext cx="2049026" cy="1323439"/>
            </a:xfrm>
            <a:prstGeom prst="rect">
              <a:avLst/>
            </a:prstGeom>
            <a:noFill/>
          </p:spPr>
          <p:txBody>
            <a:bodyPr wrap="square" rtlCol="0">
              <a:spAutoFit/>
            </a:bodyPr>
            <a:lstStyle/>
            <a:p>
              <a:pPr algn="ctr"/>
              <a:r>
                <a:rPr lang="fr-FR" sz="1600" dirty="0">
                  <a:latin typeface="Times New Roman" panose="02020603050405020304" pitchFamily="18" charset="0"/>
                  <a:cs typeface="Times New Roman" panose="02020603050405020304" pitchFamily="18" charset="0"/>
                </a:rPr>
                <a:t>M</a:t>
              </a:r>
              <a:r>
                <a:rPr lang="fr-FR" sz="1600" dirty="0" smtClean="0">
                  <a:latin typeface="Times New Roman" panose="02020603050405020304" pitchFamily="18" charset="0"/>
                  <a:cs typeface="Times New Roman" panose="02020603050405020304" pitchFamily="18" charset="0"/>
                </a:rPr>
                <a:t>is </a:t>
              </a:r>
              <a:r>
                <a:rPr lang="fr-FR" sz="1600" dirty="0">
                  <a:latin typeface="Times New Roman" panose="02020603050405020304" pitchFamily="18" charset="0"/>
                  <a:cs typeface="Times New Roman" panose="02020603050405020304" pitchFamily="18" charset="0"/>
                </a:rPr>
                <a:t>au point </a:t>
              </a:r>
              <a:r>
                <a:rPr lang="fr-FR" sz="1600" dirty="0" smtClean="0">
                  <a:latin typeface="Times New Roman" panose="02020603050405020304" pitchFamily="18" charset="0"/>
                  <a:cs typeface="Times New Roman" panose="02020603050405020304" pitchFamily="18" charset="0"/>
                </a:rPr>
                <a:t>le</a:t>
              </a:r>
            </a:p>
            <a:p>
              <a:pPr algn="ctr"/>
              <a:r>
                <a:rPr lang="fr-FR" sz="1600" dirty="0" smtClean="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système expérimental </a:t>
              </a:r>
              <a:r>
                <a:rPr lang="fr-FR" sz="1600" dirty="0" smtClean="0">
                  <a:latin typeface="Times New Roman" panose="02020603050405020304" pitchFamily="18" charset="0"/>
                  <a:cs typeface="Times New Roman" panose="02020603050405020304" pitchFamily="18" charset="0"/>
                </a:rPr>
                <a:t>CP/CMS(</a:t>
              </a:r>
              <a:r>
                <a:rPr lang="fr-FR" sz="1600" dirty="0">
                  <a:latin typeface="Times New Roman" panose="02020603050405020304" pitchFamily="18" charset="0"/>
                  <a:cs typeface="Times New Roman" panose="02020603050405020304" pitchFamily="18" charset="0"/>
                </a:rPr>
                <a:t>Hyperviseur</a:t>
              </a:r>
              <a:r>
                <a:rPr lang="fr-FR" sz="1600" dirty="0" smtClean="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devenant ensuite le </a:t>
              </a:r>
              <a:endParaRPr lang="fr-FR" sz="1600" dirty="0" smtClean="0">
                <a:latin typeface="Times New Roman" panose="02020603050405020304" pitchFamily="18" charset="0"/>
                <a:cs typeface="Times New Roman" panose="02020603050405020304" pitchFamily="18" charset="0"/>
              </a:endParaRPr>
            </a:p>
            <a:p>
              <a:pPr algn="ctr"/>
              <a:r>
                <a:rPr lang="fr-FR" sz="1600" dirty="0" smtClean="0">
                  <a:latin typeface="Times New Roman" panose="02020603050405020304" pitchFamily="18" charset="0"/>
                  <a:cs typeface="Times New Roman" panose="02020603050405020304" pitchFamily="18" charset="0"/>
                </a:rPr>
                <a:t>produit VM/CMS</a:t>
              </a:r>
              <a:r>
                <a:rPr lang="fr-FR" sz="1600" dirty="0">
                  <a:latin typeface="Times New Roman" panose="02020603050405020304" pitchFamily="18" charset="0"/>
                  <a:cs typeface="Times New Roman" panose="02020603050405020304" pitchFamily="18" charset="0"/>
                </a:rPr>
                <a:t>.</a:t>
              </a:r>
              <a:endParaRPr lang="ko-KR" altLang="en-US" sz="1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7" name="Rectangle 16"/>
            <p:cNvSpPr/>
            <p:nvPr/>
          </p:nvSpPr>
          <p:spPr>
            <a:xfrm>
              <a:off x="959596" y="4096050"/>
              <a:ext cx="1734772"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lumMod val="75000"/>
                    <a:lumOff val="25000"/>
                  </a:schemeClr>
                </a:solidFill>
              </a:endParaRPr>
            </a:p>
          </p:txBody>
        </p:sp>
      </p:grpSp>
      <p:grpSp>
        <p:nvGrpSpPr>
          <p:cNvPr id="19" name="Group 18"/>
          <p:cNvGrpSpPr/>
          <p:nvPr/>
        </p:nvGrpSpPr>
        <p:grpSpPr>
          <a:xfrm>
            <a:off x="3419872" y="1398698"/>
            <a:ext cx="2130017" cy="1316703"/>
            <a:chOff x="2063141" y="1065139"/>
            <a:chExt cx="1734772" cy="1316703"/>
          </a:xfrm>
        </p:grpSpPr>
        <p:sp>
          <p:nvSpPr>
            <p:cNvPr id="16" name="TextBox 15"/>
            <p:cNvSpPr txBox="1"/>
            <p:nvPr/>
          </p:nvSpPr>
          <p:spPr>
            <a:xfrm>
              <a:off x="2063141" y="1304624"/>
              <a:ext cx="1734772" cy="1077218"/>
            </a:xfrm>
            <a:prstGeom prst="rect">
              <a:avLst/>
            </a:prstGeom>
            <a:noFill/>
          </p:spPr>
          <p:txBody>
            <a:bodyPr wrap="square" rtlCol="0">
              <a:spAutoFit/>
            </a:bodyPr>
            <a:lstStyle/>
            <a:p>
              <a:pPr algn="ctr"/>
              <a:r>
                <a:rPr lang="fr-FR" sz="1600" dirty="0">
                  <a:latin typeface="Times New Roman" panose="02020603050405020304" pitchFamily="18" charset="0"/>
                  <a:cs typeface="Times New Roman" panose="02020603050405020304" pitchFamily="18" charset="0"/>
                </a:rPr>
                <a:t>C</a:t>
              </a:r>
              <a:r>
                <a:rPr lang="fr-FR" sz="1600" dirty="0" smtClean="0">
                  <a:latin typeface="Times New Roman" panose="02020603050405020304" pitchFamily="18" charset="0"/>
                  <a:cs typeface="Times New Roman" panose="02020603050405020304" pitchFamily="18" charset="0"/>
                </a:rPr>
                <a:t>réation </a:t>
              </a:r>
              <a:r>
                <a:rPr lang="fr-FR" sz="1600" dirty="0">
                  <a:latin typeface="Times New Roman" panose="02020603050405020304" pitchFamily="18" charset="0"/>
                  <a:cs typeface="Times New Roman" panose="02020603050405020304" pitchFamily="18" charset="0"/>
                </a:rPr>
                <a:t>des </a:t>
              </a:r>
              <a:r>
                <a:rPr lang="fr-FR" sz="1600" dirty="0" smtClean="0">
                  <a:latin typeface="Times New Roman" panose="02020603050405020304" pitchFamily="18" charset="0"/>
                  <a:cs typeface="Times New Roman" panose="02020603050405020304" pitchFamily="18" charset="0"/>
                </a:rPr>
                <a:t>embryons </a:t>
              </a:r>
              <a:r>
                <a:rPr lang="fr-FR" sz="1600" dirty="0">
                  <a:latin typeface="Times New Roman" panose="02020603050405020304" pitchFamily="18" charset="0"/>
                  <a:cs typeface="Times New Roman" panose="02020603050405020304" pitchFamily="18" charset="0"/>
                </a:rPr>
                <a:t>de virtualisation sur </a:t>
              </a:r>
              <a:endParaRPr lang="fr-FR" sz="1600" dirty="0" smtClean="0">
                <a:latin typeface="Times New Roman" panose="02020603050405020304" pitchFamily="18" charset="0"/>
                <a:cs typeface="Times New Roman" panose="02020603050405020304" pitchFamily="18" charset="0"/>
              </a:endParaRPr>
            </a:p>
            <a:p>
              <a:pPr algn="ctr"/>
              <a:r>
                <a:rPr lang="fr-FR" sz="1600" dirty="0" smtClean="0">
                  <a:latin typeface="Times New Roman" panose="02020603050405020304" pitchFamily="18" charset="0"/>
                  <a:cs typeface="Times New Roman" panose="02020603050405020304" pitchFamily="18" charset="0"/>
                </a:rPr>
                <a:t>des </a:t>
              </a:r>
              <a:r>
                <a:rPr lang="fr-FR" sz="1600" dirty="0">
                  <a:latin typeface="Times New Roman" panose="02020603050405020304" pitchFamily="18" charset="0"/>
                  <a:cs typeface="Times New Roman" panose="02020603050405020304" pitchFamily="18" charset="0"/>
                </a:rPr>
                <a:t>ordinateurs </a:t>
              </a:r>
              <a:endParaRPr lang="fr-FR" sz="1600" dirty="0" smtClean="0">
                <a:latin typeface="Times New Roman" panose="02020603050405020304" pitchFamily="18" charset="0"/>
                <a:cs typeface="Times New Roman" panose="02020603050405020304" pitchFamily="18" charset="0"/>
              </a:endParaRPr>
            </a:p>
            <a:p>
              <a:pPr algn="ctr"/>
              <a:r>
                <a:rPr lang="fr-FR" sz="1600" dirty="0" smtClean="0">
                  <a:latin typeface="Times New Roman" panose="02020603050405020304" pitchFamily="18" charset="0"/>
                  <a:cs typeface="Times New Roman" panose="02020603050405020304" pitchFamily="18" charset="0"/>
                </a:rPr>
                <a:t>personnels</a:t>
              </a:r>
              <a:endParaRPr lang="ko-KR" altLang="en-US" sz="1600" dirty="0">
                <a:latin typeface="Times New Roman" panose="02020603050405020304" pitchFamily="18" charset="0"/>
                <a:cs typeface="Times New Roman" panose="02020603050405020304" pitchFamily="18" charset="0"/>
              </a:endParaRPr>
            </a:p>
          </p:txBody>
        </p:sp>
        <p:sp>
          <p:nvSpPr>
            <p:cNvPr id="18" name="Rectangle 17"/>
            <p:cNvSpPr/>
            <p:nvPr/>
          </p:nvSpPr>
          <p:spPr>
            <a:xfrm>
              <a:off x="2063141" y="1065139"/>
              <a:ext cx="1734772"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lumMod val="75000"/>
                    <a:lumOff val="25000"/>
                  </a:schemeClr>
                </a:solidFill>
              </a:endParaRPr>
            </a:p>
          </p:txBody>
        </p:sp>
      </p:grpSp>
      <p:grpSp>
        <p:nvGrpSpPr>
          <p:cNvPr id="23" name="Group 22"/>
          <p:cNvGrpSpPr/>
          <p:nvPr/>
        </p:nvGrpSpPr>
        <p:grpSpPr>
          <a:xfrm>
            <a:off x="5720186" y="3113949"/>
            <a:ext cx="2621323" cy="1503439"/>
            <a:chOff x="305493" y="2741314"/>
            <a:chExt cx="1734772" cy="1503439"/>
          </a:xfrm>
        </p:grpSpPr>
        <p:sp>
          <p:nvSpPr>
            <p:cNvPr id="24" name="TextBox 23"/>
            <p:cNvSpPr txBox="1"/>
            <p:nvPr/>
          </p:nvSpPr>
          <p:spPr>
            <a:xfrm>
              <a:off x="305493" y="2741314"/>
              <a:ext cx="1734772" cy="1323439"/>
            </a:xfrm>
            <a:prstGeom prst="rect">
              <a:avLst/>
            </a:prstGeom>
            <a:noFill/>
          </p:spPr>
          <p:txBody>
            <a:bodyPr wrap="square" rtlCol="0">
              <a:spAutoFit/>
            </a:bodyPr>
            <a:lstStyle/>
            <a:p>
              <a:pPr algn="ctr"/>
              <a:r>
                <a:rPr lang="fr-FR" sz="1600" dirty="0">
                  <a:latin typeface="Times New Roman" panose="02020603050405020304" pitchFamily="18" charset="0"/>
                  <a:cs typeface="Times New Roman" panose="02020603050405020304" pitchFamily="18" charset="0"/>
                </a:rPr>
                <a:t>La société </a:t>
              </a:r>
              <a:r>
                <a:rPr lang="fr-FR" sz="1600" dirty="0" smtClean="0">
                  <a:latin typeface="Times New Roman" panose="02020603050405020304" pitchFamily="18" charset="0"/>
                  <a:cs typeface="Times New Roman" panose="02020603050405020304" pitchFamily="18" charset="0"/>
                </a:rPr>
                <a:t>VM</a:t>
              </a:r>
            </a:p>
            <a:p>
              <a:pPr algn="ctr"/>
              <a:r>
                <a:rPr lang="fr-FR" sz="1600" dirty="0" smtClean="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développa </a:t>
              </a:r>
              <a:r>
                <a:rPr lang="fr-FR" sz="1600" dirty="0" smtClean="0">
                  <a:latin typeface="Times New Roman" panose="02020603050405020304" pitchFamily="18" charset="0"/>
                  <a:cs typeface="Times New Roman" panose="02020603050405020304" pitchFamily="18" charset="0"/>
                </a:rPr>
                <a:t>un </a:t>
              </a:r>
              <a:r>
                <a:rPr lang="fr-FR" sz="1600" dirty="0">
                  <a:latin typeface="Times New Roman" panose="02020603050405020304" pitchFamily="18" charset="0"/>
                  <a:cs typeface="Times New Roman" panose="02020603050405020304" pitchFamily="18" charset="0"/>
                </a:rPr>
                <a:t>système </a:t>
              </a:r>
            </a:p>
            <a:p>
              <a:pPr algn="ctr"/>
              <a:r>
                <a:rPr lang="fr-FR" sz="1600" dirty="0" smtClean="0">
                  <a:latin typeface="Times New Roman" panose="02020603050405020304" pitchFamily="18" charset="0"/>
                  <a:cs typeface="Times New Roman" panose="02020603050405020304" pitchFamily="18" charset="0"/>
                </a:rPr>
                <a:t>propriétaire </a:t>
              </a:r>
              <a:r>
                <a:rPr lang="fr-FR" sz="1600" dirty="0">
                  <a:latin typeface="Times New Roman" panose="02020603050405020304" pitchFamily="18" charset="0"/>
                  <a:cs typeface="Times New Roman" panose="02020603050405020304" pitchFamily="18" charset="0"/>
                </a:rPr>
                <a:t>de </a:t>
              </a:r>
              <a:r>
                <a:rPr lang="fr-FR" sz="1600" dirty="0" smtClean="0">
                  <a:latin typeface="Times New Roman" panose="02020603050405020304" pitchFamily="18" charset="0"/>
                  <a:cs typeface="Times New Roman" panose="02020603050405020304" pitchFamily="18" charset="0"/>
                </a:rPr>
                <a:t>virtualisation </a:t>
              </a:r>
            </a:p>
            <a:p>
              <a:pPr algn="ctr"/>
              <a:r>
                <a:rPr lang="fr-FR" sz="1600" dirty="0" smtClean="0">
                  <a:latin typeface="Times New Roman" panose="02020603050405020304" pitchFamily="18" charset="0"/>
                  <a:cs typeface="Times New Roman" panose="02020603050405020304" pitchFamily="18" charset="0"/>
                </a:rPr>
                <a:t>logicielle </a:t>
              </a:r>
              <a:r>
                <a:rPr lang="fr-FR" sz="1600" dirty="0">
                  <a:latin typeface="Times New Roman" panose="02020603050405020304" pitchFamily="18" charset="0"/>
                  <a:cs typeface="Times New Roman" panose="02020603050405020304" pitchFamily="18" charset="0"/>
                </a:rPr>
                <a:t>des </a:t>
              </a:r>
              <a:endParaRPr lang="fr-FR" sz="1600" dirty="0" smtClean="0">
                <a:latin typeface="Times New Roman" panose="02020603050405020304" pitchFamily="18" charset="0"/>
                <a:cs typeface="Times New Roman" panose="02020603050405020304" pitchFamily="18" charset="0"/>
              </a:endParaRPr>
            </a:p>
            <a:p>
              <a:pPr algn="ctr"/>
              <a:r>
                <a:rPr lang="fr-FR" sz="1600" dirty="0" smtClean="0">
                  <a:latin typeface="Times New Roman" panose="02020603050405020304" pitchFamily="18" charset="0"/>
                  <a:cs typeface="Times New Roman" panose="02020603050405020304" pitchFamily="18" charset="0"/>
                </a:rPr>
                <a:t>architectures </a:t>
              </a:r>
              <a:r>
                <a:rPr lang="fr-FR" sz="1600" dirty="0">
                  <a:latin typeface="Times New Roman" panose="02020603050405020304" pitchFamily="18" charset="0"/>
                  <a:cs typeface="Times New Roman" panose="02020603050405020304" pitchFamily="18" charset="0"/>
                </a:rPr>
                <a:t>de type </a:t>
              </a:r>
              <a:r>
                <a:rPr lang="fr-FR" sz="1600" dirty="0" smtClean="0">
                  <a:latin typeface="Times New Roman" panose="02020603050405020304" pitchFamily="18" charset="0"/>
                  <a:cs typeface="Times New Roman" panose="02020603050405020304" pitchFamily="18" charset="0"/>
                </a:rPr>
                <a:t>x86</a:t>
              </a:r>
              <a:endParaRPr lang="ko-KR" altLang="en-US" sz="1600" dirty="0">
                <a:latin typeface="Times New Roman" panose="02020603050405020304" pitchFamily="18" charset="0"/>
                <a:cs typeface="Times New Roman" panose="02020603050405020304" pitchFamily="18" charset="0"/>
              </a:endParaRPr>
            </a:p>
          </p:txBody>
        </p:sp>
        <p:sp>
          <p:nvSpPr>
            <p:cNvPr id="25" name="Rectangle 24"/>
            <p:cNvSpPr/>
            <p:nvPr/>
          </p:nvSpPr>
          <p:spPr>
            <a:xfrm>
              <a:off x="305493" y="4064753"/>
              <a:ext cx="1734772"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lumMod val="75000"/>
                    <a:lumOff val="25000"/>
                  </a:schemeClr>
                </a:solidFill>
              </a:endParaRPr>
            </a:p>
          </p:txBody>
        </p:sp>
      </p:grpSp>
      <p:sp>
        <p:nvSpPr>
          <p:cNvPr id="30" name="Rectangle 29"/>
          <p:cNvSpPr/>
          <p:nvPr/>
        </p:nvSpPr>
        <p:spPr>
          <a:xfrm>
            <a:off x="3722744" y="2896743"/>
            <a:ext cx="1536006" cy="914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1" name="Rectangle 30"/>
          <p:cNvSpPr/>
          <p:nvPr/>
        </p:nvSpPr>
        <p:spPr>
          <a:xfrm>
            <a:off x="1283403" y="2909306"/>
            <a:ext cx="1536006" cy="914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0" name="ZoneTexte 19"/>
          <p:cNvSpPr txBox="1"/>
          <p:nvPr/>
        </p:nvSpPr>
        <p:spPr>
          <a:xfrm>
            <a:off x="8598779" y="4648153"/>
            <a:ext cx="312906" cy="369332"/>
          </a:xfrm>
          <a:prstGeom prst="rect">
            <a:avLst/>
          </a:prstGeom>
          <a:noFill/>
        </p:spPr>
        <p:txBody>
          <a:bodyPr wrap="none" rtlCol="0">
            <a:spAutoFit/>
          </a:bodyPr>
          <a:lstStyle/>
          <a:p>
            <a:r>
              <a:rPr lang="fr-FR" dirty="0"/>
              <a:t>5</a:t>
            </a:r>
          </a:p>
        </p:txBody>
      </p:sp>
    </p:spTree>
    <p:extLst>
      <p:ext uri="{BB962C8B-B14F-4D97-AF65-F5344CB8AC3E}">
        <p14:creationId xmlns:p14="http://schemas.microsoft.com/office/powerpoint/2010/main" val="153280811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circle(in)">
                                      <p:cBhvr>
                                        <p:cTn id="10" dur="2000"/>
                                        <p:tgtEl>
                                          <p:spTgt spid="31"/>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ircle(in)">
                                      <p:cBhvr>
                                        <p:cTn id="13" dur="2000"/>
                                        <p:tgtEl>
                                          <p:spTgt spid="7"/>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circle(in)">
                                      <p:cBhvr>
                                        <p:cTn id="16" dur="3500"/>
                                        <p:tgtEl>
                                          <p:spTgt spid="30"/>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ircle(in)">
                                      <p:cBhvr>
                                        <p:cTn id="19" dur="2000"/>
                                        <p:tgtEl>
                                          <p:spTgt spid="8"/>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ircle(in)">
                                      <p:cBhvr>
                                        <p:cTn id="22" dur="2000"/>
                                        <p:tgtEl>
                                          <p:spTgt spid="13"/>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circle(in)">
                                      <p:cBhvr>
                                        <p:cTn id="25" dur="20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7" presetClass="emph" presetSubtype="2" fill="hold" nodeType="clickEffect">
                                  <p:stCondLst>
                                    <p:cond delay="0"/>
                                  </p:stCondLst>
                                  <p:childTnLst>
                                    <p:animClr clrSpc="rgb" dir="cw">
                                      <p:cBhvr>
                                        <p:cTn id="29" dur="3500" fill="hold"/>
                                        <p:tgtEl>
                                          <p:spTgt spid="31"/>
                                        </p:tgtEl>
                                        <p:attrNameLst>
                                          <p:attrName>stroke.color</p:attrName>
                                        </p:attrNameLst>
                                      </p:cBhvr>
                                      <p:to>
                                        <a:schemeClr val="accent2"/>
                                      </p:to>
                                    </p:animClr>
                                    <p:set>
                                      <p:cBhvr>
                                        <p:cTn id="30" dur="3500" fill="hold"/>
                                        <p:tgtEl>
                                          <p:spTgt spid="31"/>
                                        </p:tgtEl>
                                        <p:attrNameLst>
                                          <p:attrName>stroke.on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7" presetClass="emph" presetSubtype="2" fill="hold" nodeType="clickEffect">
                                  <p:stCondLst>
                                    <p:cond delay="0"/>
                                  </p:stCondLst>
                                  <p:childTnLst>
                                    <p:animClr clrSpc="rgb" dir="cw">
                                      <p:cBhvr>
                                        <p:cTn id="41" dur="3500" fill="hold"/>
                                        <p:tgtEl>
                                          <p:spTgt spid="30"/>
                                        </p:tgtEl>
                                        <p:attrNameLst>
                                          <p:attrName>stroke.color</p:attrName>
                                        </p:attrNameLst>
                                      </p:cBhvr>
                                      <p:to>
                                        <a:schemeClr val="accent2"/>
                                      </p:to>
                                    </p:animClr>
                                    <p:set>
                                      <p:cBhvr>
                                        <p:cTn id="42" dur="3500" fill="hold"/>
                                        <p:tgtEl>
                                          <p:spTgt spid="30"/>
                                        </p:tgtEl>
                                        <p:attrNameLst>
                                          <p:attrName>stroke.on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1000"/>
                                        <p:tgtEl>
                                          <p:spTgt spid="19"/>
                                        </p:tgtEl>
                                      </p:cBhvr>
                                    </p:animEffect>
                                    <p:anim calcmode="lin" valueType="num">
                                      <p:cBhvr>
                                        <p:cTn id="48" dur="1000" fill="hold"/>
                                        <p:tgtEl>
                                          <p:spTgt spid="19"/>
                                        </p:tgtEl>
                                        <p:attrNameLst>
                                          <p:attrName>ppt_x</p:attrName>
                                        </p:attrNameLst>
                                      </p:cBhvr>
                                      <p:tavLst>
                                        <p:tav tm="0">
                                          <p:val>
                                            <p:strVal val="#ppt_x"/>
                                          </p:val>
                                        </p:tav>
                                        <p:tav tm="100000">
                                          <p:val>
                                            <p:strVal val="#ppt_x"/>
                                          </p:val>
                                        </p:tav>
                                      </p:tavLst>
                                    </p:anim>
                                    <p:anim calcmode="lin" valueType="num">
                                      <p:cBhvr>
                                        <p:cTn id="4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7" presetClass="emph" presetSubtype="2" fill="hold" nodeType="clickEffect">
                                  <p:stCondLst>
                                    <p:cond delay="0"/>
                                  </p:stCondLst>
                                  <p:childTnLst>
                                    <p:animClr clrSpc="rgb" dir="cw">
                                      <p:cBhvr>
                                        <p:cTn id="53" dur="3500" fill="hold"/>
                                        <p:tgtEl>
                                          <p:spTgt spid="13"/>
                                        </p:tgtEl>
                                        <p:attrNameLst>
                                          <p:attrName>stroke.color</p:attrName>
                                        </p:attrNameLst>
                                      </p:cBhvr>
                                      <p:to>
                                        <a:schemeClr val="accent2"/>
                                      </p:to>
                                    </p:animClr>
                                    <p:set>
                                      <p:cBhvr>
                                        <p:cTn id="54" dur="3500" fill="hold"/>
                                        <p:tgtEl>
                                          <p:spTgt spid="13"/>
                                        </p:tgtEl>
                                        <p:attrNameLst>
                                          <p:attrName>stroke.on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1000"/>
                                        <p:tgtEl>
                                          <p:spTgt spid="23"/>
                                        </p:tgtEl>
                                      </p:cBhvr>
                                    </p:animEffect>
                                    <p:anim calcmode="lin" valueType="num">
                                      <p:cBhvr>
                                        <p:cTn id="60" dur="1000" fill="hold"/>
                                        <p:tgtEl>
                                          <p:spTgt spid="23"/>
                                        </p:tgtEl>
                                        <p:attrNameLst>
                                          <p:attrName>ppt_x</p:attrName>
                                        </p:attrNameLst>
                                      </p:cBhvr>
                                      <p:tavLst>
                                        <p:tav tm="0">
                                          <p:val>
                                            <p:strVal val="#ppt_x"/>
                                          </p:val>
                                        </p:tav>
                                        <p:tav tm="100000">
                                          <p:val>
                                            <p:strVal val="#ppt_x"/>
                                          </p:val>
                                        </p:tav>
                                      </p:tavLst>
                                    </p:anim>
                                    <p:anim calcmode="lin" valueType="num">
                                      <p:cBhvr>
                                        <p:cTn id="6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3" grpId="0" animBg="1"/>
      <p:bldP spid="30" grpId="0" animBg="1"/>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dirty="0" smtClean="0"/>
              <a:t>Virtualisation</a:t>
            </a:r>
            <a:endParaRPr lang="ko-KR" altLang="en-US" dirty="0"/>
          </a:p>
        </p:txBody>
      </p:sp>
      <p:sp>
        <p:nvSpPr>
          <p:cNvPr id="3" name="Text Placeholder 2"/>
          <p:cNvSpPr>
            <a:spLocks noGrp="1"/>
          </p:cNvSpPr>
          <p:nvPr>
            <p:ph type="body" sz="quarter" idx="11"/>
          </p:nvPr>
        </p:nvSpPr>
        <p:spPr/>
        <p:txBody>
          <a:bodyPr/>
          <a:lstStyle/>
          <a:p>
            <a:pPr lvl="0"/>
            <a:r>
              <a:rPr lang="en-US" altLang="ko-KR" sz="1800" dirty="0">
                <a:latin typeface="Times New Roman" panose="02020603050405020304" pitchFamily="18" charset="0"/>
                <a:cs typeface="Times New Roman" panose="02020603050405020304" pitchFamily="18" charset="0"/>
              </a:rPr>
              <a:t>T</a:t>
            </a:r>
            <a:r>
              <a:rPr lang="en-US" altLang="ko-KR" sz="1800" dirty="0" smtClean="0">
                <a:latin typeface="Times New Roman" panose="02020603050405020304" pitchFamily="18" charset="0"/>
                <a:cs typeface="Times New Roman" panose="02020603050405020304" pitchFamily="18" charset="0"/>
              </a:rPr>
              <a:t>ypes</a:t>
            </a:r>
            <a:endParaRPr lang="en-US" altLang="ko-KR" sz="1800" dirty="0">
              <a:latin typeface="Times New Roman" panose="02020603050405020304" pitchFamily="18" charset="0"/>
              <a:cs typeface="Times New Roman" panose="02020603050405020304" pitchFamily="18" charset="0"/>
            </a:endParaRPr>
          </a:p>
        </p:txBody>
      </p:sp>
      <p:grpSp>
        <p:nvGrpSpPr>
          <p:cNvPr id="39" name="Group 38"/>
          <p:cNvGrpSpPr/>
          <p:nvPr/>
        </p:nvGrpSpPr>
        <p:grpSpPr>
          <a:xfrm>
            <a:off x="1808393" y="1115230"/>
            <a:ext cx="2286080" cy="3712098"/>
            <a:chOff x="1685507" y="1811984"/>
            <a:chExt cx="2286080" cy="3015344"/>
          </a:xfrm>
        </p:grpSpPr>
        <p:sp>
          <p:nvSpPr>
            <p:cNvPr id="4" name="Rectangle 3"/>
            <p:cNvSpPr/>
            <p:nvPr/>
          </p:nvSpPr>
          <p:spPr>
            <a:xfrm>
              <a:off x="3863587" y="2091024"/>
              <a:ext cx="108000" cy="273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Rectangle 7"/>
            <p:cNvSpPr/>
            <p:nvPr/>
          </p:nvSpPr>
          <p:spPr>
            <a:xfrm>
              <a:off x="2351587" y="2091024"/>
              <a:ext cx="1620000" cy="10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Oval 11"/>
            <p:cNvSpPr/>
            <p:nvPr/>
          </p:nvSpPr>
          <p:spPr>
            <a:xfrm>
              <a:off x="1685507" y="1811984"/>
              <a:ext cx="666080" cy="666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2" name="Group 41"/>
          <p:cNvGrpSpPr/>
          <p:nvPr/>
        </p:nvGrpSpPr>
        <p:grpSpPr>
          <a:xfrm>
            <a:off x="5033155" y="1115230"/>
            <a:ext cx="2287256" cy="3712096"/>
            <a:chOff x="5158891" y="1811984"/>
            <a:chExt cx="2287256" cy="3015344"/>
          </a:xfrm>
        </p:grpSpPr>
        <p:sp>
          <p:nvSpPr>
            <p:cNvPr id="7" name="Rectangle 6"/>
            <p:cNvSpPr/>
            <p:nvPr/>
          </p:nvSpPr>
          <p:spPr>
            <a:xfrm>
              <a:off x="5158891" y="2091024"/>
              <a:ext cx="108000" cy="27363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ectangle 8"/>
            <p:cNvSpPr/>
            <p:nvPr/>
          </p:nvSpPr>
          <p:spPr>
            <a:xfrm>
              <a:off x="5158891" y="2091024"/>
              <a:ext cx="1620000" cy="10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val 12"/>
            <p:cNvSpPr/>
            <p:nvPr/>
          </p:nvSpPr>
          <p:spPr>
            <a:xfrm>
              <a:off x="6780067" y="1811984"/>
              <a:ext cx="666080" cy="6660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1" name="Group 40"/>
          <p:cNvGrpSpPr/>
          <p:nvPr/>
        </p:nvGrpSpPr>
        <p:grpSpPr>
          <a:xfrm>
            <a:off x="4647248" y="2839655"/>
            <a:ext cx="2032118" cy="2061671"/>
            <a:chOff x="4822853" y="3226405"/>
            <a:chExt cx="2276381" cy="1600922"/>
          </a:xfrm>
          <a:gradFill>
            <a:gsLst>
              <a:gs pos="0">
                <a:srgbClr val="85D8DE">
                  <a:lumMod val="70000"/>
                </a:srgbClr>
              </a:gs>
              <a:gs pos="100000">
                <a:srgbClr val="85D8DE">
                  <a:lumMod val="70000"/>
                </a:srgbClr>
              </a:gs>
            </a:gsLst>
            <a:lin ang="5400000" scaled="0"/>
          </a:gradFill>
        </p:grpSpPr>
        <p:sp>
          <p:nvSpPr>
            <p:cNvPr id="6" name="Rectangle 5"/>
            <p:cNvSpPr/>
            <p:nvPr/>
          </p:nvSpPr>
          <p:spPr>
            <a:xfrm>
              <a:off x="4822853" y="3505444"/>
              <a:ext cx="108000" cy="132188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Rectangle 10"/>
            <p:cNvSpPr/>
            <p:nvPr/>
          </p:nvSpPr>
          <p:spPr>
            <a:xfrm>
              <a:off x="4822853" y="3505445"/>
              <a:ext cx="1620000" cy="108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Oval 13"/>
            <p:cNvSpPr/>
            <p:nvPr/>
          </p:nvSpPr>
          <p:spPr>
            <a:xfrm>
              <a:off x="6433154" y="3226405"/>
              <a:ext cx="666080" cy="66608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0" name="Group 39"/>
          <p:cNvGrpSpPr/>
          <p:nvPr/>
        </p:nvGrpSpPr>
        <p:grpSpPr>
          <a:xfrm>
            <a:off x="2294876" y="2987505"/>
            <a:ext cx="2128676" cy="1820465"/>
            <a:chOff x="2178948" y="3244253"/>
            <a:chExt cx="2128676" cy="1583074"/>
          </a:xfrm>
          <a:gradFill>
            <a:gsLst>
              <a:gs pos="0">
                <a:srgbClr val="85D8DE">
                  <a:lumMod val="70000"/>
                </a:srgbClr>
              </a:gs>
              <a:gs pos="100000">
                <a:srgbClr val="85D8DE">
                  <a:lumMod val="70000"/>
                </a:srgbClr>
              </a:gs>
            </a:gsLst>
            <a:lin ang="5400000" scaled="0"/>
          </a:gradFill>
        </p:grpSpPr>
        <p:sp>
          <p:nvSpPr>
            <p:cNvPr id="5" name="Rectangle 4"/>
            <p:cNvSpPr/>
            <p:nvPr/>
          </p:nvSpPr>
          <p:spPr>
            <a:xfrm>
              <a:off x="4199624" y="3505444"/>
              <a:ext cx="108000" cy="132188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p:cNvSpPr/>
            <p:nvPr/>
          </p:nvSpPr>
          <p:spPr>
            <a:xfrm>
              <a:off x="2687624" y="3505445"/>
              <a:ext cx="1620000" cy="108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Oval 14"/>
            <p:cNvSpPr/>
            <p:nvPr/>
          </p:nvSpPr>
          <p:spPr>
            <a:xfrm>
              <a:off x="2178948" y="3244253"/>
              <a:ext cx="666080" cy="66608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8" name="Rectangle 27"/>
          <p:cNvSpPr/>
          <p:nvPr/>
        </p:nvSpPr>
        <p:spPr>
          <a:xfrm>
            <a:off x="0" y="4827327"/>
            <a:ext cx="9144000" cy="31617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ZoneTexte 43"/>
          <p:cNvSpPr txBox="1"/>
          <p:nvPr/>
        </p:nvSpPr>
        <p:spPr>
          <a:xfrm>
            <a:off x="5145150" y="1978568"/>
            <a:ext cx="3960440" cy="923330"/>
          </a:xfrm>
          <a:prstGeom prst="rect">
            <a:avLst/>
          </a:prstGeom>
          <a:noFill/>
        </p:spPr>
        <p:txBody>
          <a:bodyPr wrap="square" rtlCol="0">
            <a:spAutoFit/>
          </a:bodyPr>
          <a:lstStyle/>
          <a:p>
            <a:pPr algn="just"/>
            <a:r>
              <a:rPr lang="fr-FR" dirty="0" smtClean="0">
                <a:latin typeface="Times New Roman" panose="02020603050405020304" pitchFamily="18" charset="0"/>
                <a:cs typeface="Times New Roman" panose="02020603050405020304" pitchFamily="18" charset="0"/>
              </a:rPr>
              <a:t>permet de </a:t>
            </a:r>
            <a:r>
              <a:rPr lang="fr-FR" dirty="0">
                <a:latin typeface="Times New Roman" panose="02020603050405020304" pitchFamily="18" charset="0"/>
                <a:cs typeface="Times New Roman" panose="02020603050405020304" pitchFamily="18" charset="0"/>
              </a:rPr>
              <a:t>regrouper de nombreux de </a:t>
            </a:r>
            <a:r>
              <a:rPr lang="fr-FR" dirty="0" smtClean="0">
                <a:latin typeface="Times New Roman" panose="02020603050405020304" pitchFamily="18" charset="0"/>
                <a:cs typeface="Times New Roman" panose="02020603050405020304" pitchFamily="18" charset="0"/>
              </a:rPr>
              <a:t>     serveurs </a:t>
            </a:r>
            <a:r>
              <a:rPr lang="fr-FR" dirty="0">
                <a:latin typeface="Times New Roman" panose="02020603050405020304" pitchFamily="18" charset="0"/>
                <a:cs typeface="Times New Roman" panose="02020603050405020304" pitchFamily="18" charset="0"/>
              </a:rPr>
              <a:t>physiques, sur un ensemble plus petit mais mieux utilisés</a:t>
            </a:r>
          </a:p>
        </p:txBody>
      </p:sp>
      <p:sp>
        <p:nvSpPr>
          <p:cNvPr id="45" name="ZoneTexte 44"/>
          <p:cNvSpPr txBox="1"/>
          <p:nvPr/>
        </p:nvSpPr>
        <p:spPr>
          <a:xfrm>
            <a:off x="7285996" y="1258237"/>
            <a:ext cx="1692188" cy="646331"/>
          </a:xfrm>
          <a:prstGeom prst="rect">
            <a:avLst/>
          </a:prstGeom>
          <a:noFill/>
        </p:spPr>
        <p:txBody>
          <a:bodyPr wrap="square" rtlCol="0">
            <a:spAutoFit/>
          </a:bodyPr>
          <a:lstStyle/>
          <a:p>
            <a:r>
              <a:rPr lang="fr-FR" b="1" dirty="0" smtClean="0">
                <a:latin typeface="Times New Roman" panose="02020603050405020304" pitchFamily="18" charset="0"/>
                <a:cs typeface="Times New Roman" panose="02020603050405020304" pitchFamily="18" charset="0"/>
              </a:rPr>
              <a:t>Virtualisation   des </a:t>
            </a:r>
            <a:r>
              <a:rPr lang="fr-FR" b="1" dirty="0">
                <a:latin typeface="Times New Roman" panose="02020603050405020304" pitchFamily="18" charset="0"/>
                <a:cs typeface="Times New Roman" panose="02020603050405020304" pitchFamily="18" charset="0"/>
              </a:rPr>
              <a:t>serveurs</a:t>
            </a:r>
          </a:p>
        </p:txBody>
      </p:sp>
      <p:pic>
        <p:nvPicPr>
          <p:cNvPr id="1026" name="Picture 2" descr="RÃ©sultat de recherche d'images pour &quot;icone serveur&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4478" y="1329618"/>
            <a:ext cx="196957" cy="324444"/>
          </a:xfrm>
          <a:prstGeom prst="rect">
            <a:avLst/>
          </a:prstGeom>
          <a:noFill/>
          <a:extLst>
            <a:ext uri="{909E8E84-426E-40DD-AFC4-6F175D3DCCD1}">
              <a14:hiddenFill xmlns:a14="http://schemas.microsoft.com/office/drawing/2010/main">
                <a:solidFill>
                  <a:srgbClr val="FFFFFF"/>
                </a:solidFill>
              </a14:hiddenFill>
            </a:ext>
          </a:extLst>
        </p:spPr>
      </p:pic>
      <p:sp>
        <p:nvSpPr>
          <p:cNvPr id="46" name="ZoneTexte 45"/>
          <p:cNvSpPr txBox="1"/>
          <p:nvPr/>
        </p:nvSpPr>
        <p:spPr>
          <a:xfrm>
            <a:off x="-26153" y="1846301"/>
            <a:ext cx="3779379" cy="1200329"/>
          </a:xfrm>
          <a:prstGeom prst="rect">
            <a:avLst/>
          </a:prstGeom>
          <a:noFill/>
        </p:spPr>
        <p:txBody>
          <a:bodyPr wrap="square" rtlCol="0">
            <a:spAutoFit/>
          </a:bodyPr>
          <a:lstStyle/>
          <a:p>
            <a:pPr algn="just"/>
            <a:r>
              <a:rPr lang="fr-FR" dirty="0" smtClean="0">
                <a:latin typeface="Times New Roman" panose="02020603050405020304" pitchFamily="18" charset="0"/>
                <a:cs typeface="Times New Roman" panose="02020603050405020304" pitchFamily="18" charset="0"/>
              </a:rPr>
              <a:t>permet </a:t>
            </a:r>
            <a:r>
              <a:rPr lang="fr-FR" dirty="0">
                <a:latin typeface="Times New Roman" panose="02020603050405020304" pitchFamily="18" charset="0"/>
                <a:cs typeface="Times New Roman" panose="02020603050405020304" pitchFamily="18" charset="0"/>
              </a:rPr>
              <a:t>à un administrateur central </a:t>
            </a:r>
            <a:r>
              <a:rPr lang="fr-FR" dirty="0" smtClean="0">
                <a:latin typeface="Times New Roman" panose="02020603050405020304" pitchFamily="18" charset="0"/>
                <a:cs typeface="Times New Roman" panose="02020603050405020304" pitchFamily="18" charset="0"/>
              </a:rPr>
              <a:t>de  déployer </a:t>
            </a:r>
            <a:r>
              <a:rPr lang="fr-FR" dirty="0">
                <a:latin typeface="Times New Roman" panose="02020603050405020304" pitchFamily="18" charset="0"/>
                <a:cs typeface="Times New Roman" panose="02020603050405020304" pitchFamily="18" charset="0"/>
              </a:rPr>
              <a:t>des environnements de postes de travail simulés sur des centaines de machines physiques en même temps</a:t>
            </a:r>
            <a:r>
              <a:rPr lang="fr-FR" dirty="0" smtClean="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p:txBody>
      </p:sp>
      <p:sp>
        <p:nvSpPr>
          <p:cNvPr id="47" name="ZoneTexte 46"/>
          <p:cNvSpPr txBox="1"/>
          <p:nvPr/>
        </p:nvSpPr>
        <p:spPr>
          <a:xfrm>
            <a:off x="-32895" y="1165216"/>
            <a:ext cx="1930331" cy="646331"/>
          </a:xfrm>
          <a:prstGeom prst="rect">
            <a:avLst/>
          </a:prstGeom>
          <a:noFill/>
        </p:spPr>
        <p:txBody>
          <a:bodyPr wrap="square" rtlCol="0">
            <a:spAutoFit/>
          </a:bodyPr>
          <a:lstStyle/>
          <a:p>
            <a:r>
              <a:rPr lang="fr-FR" b="1" dirty="0">
                <a:latin typeface="Times New Roman" panose="02020603050405020304" pitchFamily="18" charset="0"/>
                <a:cs typeface="Times New Roman" panose="02020603050405020304" pitchFamily="18" charset="0"/>
              </a:rPr>
              <a:t>V</a:t>
            </a:r>
            <a:r>
              <a:rPr lang="fr-FR" b="1" dirty="0" smtClean="0">
                <a:latin typeface="Times New Roman" panose="02020603050405020304" pitchFamily="18" charset="0"/>
                <a:cs typeface="Times New Roman" panose="02020603050405020304" pitchFamily="18" charset="0"/>
              </a:rPr>
              <a:t>irtualisation </a:t>
            </a:r>
            <a:r>
              <a:rPr lang="fr-FR" b="1" dirty="0">
                <a:latin typeface="Times New Roman" panose="02020603050405020304" pitchFamily="18" charset="0"/>
                <a:cs typeface="Times New Roman" panose="02020603050405020304" pitchFamily="18" charset="0"/>
              </a:rPr>
              <a:t>des postes de travail</a:t>
            </a:r>
          </a:p>
        </p:txBody>
      </p:sp>
      <p:pic>
        <p:nvPicPr>
          <p:cNvPr id="1028" name="Picture 4" descr="RÃ©sultat de recherche d'images pour &quot;icone poste de travail&qu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34326" y="1349337"/>
            <a:ext cx="354763" cy="354763"/>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p:cNvSpPr/>
          <p:nvPr/>
        </p:nvSpPr>
        <p:spPr>
          <a:xfrm>
            <a:off x="5204872" y="3626997"/>
            <a:ext cx="3855212" cy="1200329"/>
          </a:xfrm>
          <a:prstGeom prst="rect">
            <a:avLst/>
          </a:prstGeom>
        </p:spPr>
        <p:txBody>
          <a:bodyPr wrap="square">
            <a:spAutoFit/>
          </a:bodyPr>
          <a:lstStyle/>
          <a:p>
            <a:pPr algn="just"/>
            <a:r>
              <a:rPr lang="fr-FR" dirty="0" smtClean="0">
                <a:latin typeface="Times New Roman" panose="02020603050405020304" pitchFamily="18" charset="0"/>
                <a:cs typeface="Times New Roman" panose="02020603050405020304" pitchFamily="18" charset="0"/>
              </a:rPr>
              <a:t>permet </a:t>
            </a:r>
            <a:r>
              <a:rPr lang="fr-FR" dirty="0">
                <a:latin typeface="Times New Roman" panose="02020603050405020304" pitchFamily="18" charset="0"/>
                <a:cs typeface="Times New Roman" panose="02020603050405020304" pitchFamily="18" charset="0"/>
              </a:rPr>
              <a:t>de simplifier et d’</a:t>
            </a:r>
            <a:r>
              <a:rPr lang="fr-FR" dirty="0" err="1">
                <a:latin typeface="Times New Roman" panose="02020603050405020304" pitchFamily="18" charset="0"/>
                <a:cs typeface="Times New Roman" panose="02020603050405020304" pitchFamily="18" charset="0"/>
              </a:rPr>
              <a:t>accélerer</a:t>
            </a:r>
            <a:r>
              <a:rPr lang="fr-FR" dirty="0">
                <a:latin typeface="Times New Roman" panose="02020603050405020304" pitchFamily="18" charset="0"/>
                <a:cs typeface="Times New Roman" panose="02020603050405020304" pitchFamily="18" charset="0"/>
              </a:rPr>
              <a:t> le </a:t>
            </a:r>
            <a:r>
              <a:rPr lang="fr-FR" dirty="0" smtClean="0">
                <a:latin typeface="Times New Roman" panose="02020603050405020304" pitchFamily="18" charset="0"/>
                <a:cs typeface="Times New Roman" panose="02020603050405020304" pitchFamily="18" charset="0"/>
              </a:rPr>
              <a:t>   déploiement </a:t>
            </a:r>
            <a:r>
              <a:rPr lang="fr-FR" dirty="0">
                <a:latin typeface="Times New Roman" panose="02020603050405020304" pitchFamily="18" charset="0"/>
                <a:cs typeface="Times New Roman" panose="02020603050405020304" pitchFamily="18" charset="0"/>
              </a:rPr>
              <a:t>des applications et de créer pour chaque </a:t>
            </a:r>
            <a:r>
              <a:rPr lang="fr-FR" dirty="0" smtClean="0">
                <a:latin typeface="Times New Roman" panose="02020603050405020304" pitchFamily="18" charset="0"/>
                <a:cs typeface="Times New Roman" panose="02020603050405020304" pitchFamily="18" charset="0"/>
              </a:rPr>
              <a:t>application </a:t>
            </a:r>
            <a:r>
              <a:rPr lang="fr-FR" dirty="0">
                <a:latin typeface="Times New Roman" panose="02020603050405020304" pitchFamily="18" charset="0"/>
                <a:cs typeface="Times New Roman" panose="02020603050405020304" pitchFamily="18" charset="0"/>
              </a:rPr>
              <a:t>des copies des ressources partagées</a:t>
            </a:r>
          </a:p>
        </p:txBody>
      </p:sp>
      <p:sp>
        <p:nvSpPr>
          <p:cNvPr id="49" name="ZoneTexte 48"/>
          <p:cNvSpPr txBox="1"/>
          <p:nvPr/>
        </p:nvSpPr>
        <p:spPr>
          <a:xfrm>
            <a:off x="6621937" y="3006862"/>
            <a:ext cx="1639915" cy="646331"/>
          </a:xfrm>
          <a:prstGeom prst="rect">
            <a:avLst/>
          </a:prstGeom>
          <a:noFill/>
        </p:spPr>
        <p:txBody>
          <a:bodyPr wrap="square" rtlCol="0">
            <a:spAutoFit/>
          </a:bodyPr>
          <a:lstStyle/>
          <a:p>
            <a:r>
              <a:rPr lang="fr-FR" b="1" dirty="0">
                <a:latin typeface="Times New Roman" panose="02020603050405020304" pitchFamily="18" charset="0"/>
                <a:cs typeface="Times New Roman" panose="02020603050405020304" pitchFamily="18" charset="0"/>
              </a:rPr>
              <a:t>V</a:t>
            </a:r>
            <a:r>
              <a:rPr lang="fr-FR" b="1" dirty="0" smtClean="0">
                <a:latin typeface="Times New Roman" panose="02020603050405020304" pitchFamily="18" charset="0"/>
                <a:cs typeface="Times New Roman" panose="02020603050405020304" pitchFamily="18" charset="0"/>
              </a:rPr>
              <a:t>irtualisation d’application</a:t>
            </a:r>
            <a:endParaRPr lang="fr-FR" b="1" dirty="0"/>
          </a:p>
        </p:txBody>
      </p:sp>
      <p:sp>
        <p:nvSpPr>
          <p:cNvPr id="50" name="AutoShape 6" descr="RÃ©sultat de recherche d'images pour &quot;icone fichier&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51" name="AutoShape 8" descr="RÃ©sultat de recherche d'images pour &quot;icone fichier&quot;"/>
          <p:cNvSpPr>
            <a:spLocks noChangeAspect="1" noChangeArrowheads="1"/>
          </p:cNvSpPr>
          <p:nvPr/>
        </p:nvSpPr>
        <p:spPr bwMode="auto">
          <a:xfrm>
            <a:off x="971600" y="216221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52" name="AutoShape 10" descr="RÃ©sultat de recherche d'images pour &quot;icone fichier&quo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40" name="Picture 16" descr="RÃ©sultat de recherche d'images pour &quot;icone fichier&quo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3875" y="3137055"/>
            <a:ext cx="374714" cy="374714"/>
          </a:xfrm>
          <a:prstGeom prst="rect">
            <a:avLst/>
          </a:prstGeom>
          <a:noFill/>
          <a:extLst>
            <a:ext uri="{909E8E84-426E-40DD-AFC4-6F175D3DCCD1}">
              <a14:hiddenFill xmlns:a14="http://schemas.microsoft.com/office/drawing/2010/main">
                <a:solidFill>
                  <a:srgbClr val="FFFFFF"/>
                </a:solidFill>
              </a14:hiddenFill>
            </a:ext>
          </a:extLst>
        </p:spPr>
      </p:pic>
      <p:sp>
        <p:nvSpPr>
          <p:cNvPr id="53" name="ZoneTexte 52"/>
          <p:cNvSpPr txBox="1"/>
          <p:nvPr/>
        </p:nvSpPr>
        <p:spPr>
          <a:xfrm>
            <a:off x="-8683" y="3675417"/>
            <a:ext cx="4098234" cy="1200329"/>
          </a:xfrm>
          <a:prstGeom prst="rect">
            <a:avLst/>
          </a:prstGeom>
          <a:noFill/>
        </p:spPr>
        <p:txBody>
          <a:bodyPr wrap="square" rtlCol="0">
            <a:spAutoFit/>
          </a:bodyPr>
          <a:lstStyle/>
          <a:p>
            <a:pPr algn="just"/>
            <a:r>
              <a:rPr lang="fr-FR" dirty="0" smtClean="0">
                <a:latin typeface="Times New Roman" panose="02020603050405020304" pitchFamily="18" charset="0"/>
                <a:cs typeface="Times New Roman" panose="02020603050405020304" pitchFamily="18" charset="0"/>
              </a:rPr>
              <a:t>profitent </a:t>
            </a:r>
            <a:r>
              <a:rPr lang="fr-FR" dirty="0">
                <a:latin typeface="Times New Roman" panose="02020603050405020304" pitchFamily="18" charset="0"/>
                <a:cs typeface="Times New Roman" panose="02020603050405020304" pitchFamily="18" charset="0"/>
              </a:rPr>
              <a:t>de fonctionnalités de traitement </a:t>
            </a:r>
            <a:r>
              <a:rPr lang="fr-FR" dirty="0" smtClean="0">
                <a:latin typeface="Times New Roman" panose="02020603050405020304" pitchFamily="18" charset="0"/>
                <a:cs typeface="Times New Roman" panose="02020603050405020304" pitchFamily="18" charset="0"/>
              </a:rPr>
              <a:t> capables </a:t>
            </a:r>
            <a:r>
              <a:rPr lang="fr-FR" dirty="0">
                <a:latin typeface="Times New Roman" panose="02020603050405020304" pitchFamily="18" charset="0"/>
                <a:cs typeface="Times New Roman" panose="02020603050405020304" pitchFamily="18" charset="0"/>
              </a:rPr>
              <a:t>de rassembler les données </a:t>
            </a:r>
            <a:r>
              <a:rPr lang="fr-FR" dirty="0" smtClean="0">
                <a:latin typeface="Times New Roman" panose="02020603050405020304" pitchFamily="18" charset="0"/>
                <a:cs typeface="Times New Roman" panose="02020603050405020304" pitchFamily="18" charset="0"/>
              </a:rPr>
              <a:t>issus  de </a:t>
            </a:r>
            <a:r>
              <a:rPr lang="fr-FR" dirty="0">
                <a:latin typeface="Times New Roman" panose="02020603050405020304" pitchFamily="18" charset="0"/>
                <a:cs typeface="Times New Roman" panose="02020603050405020304" pitchFamily="18" charset="0"/>
              </a:rPr>
              <a:t>plusieurs sources, d'héberger </a:t>
            </a:r>
            <a:r>
              <a:rPr lang="fr-FR" dirty="0" smtClean="0">
                <a:latin typeface="Times New Roman" panose="02020603050405020304" pitchFamily="18" charset="0"/>
                <a:cs typeface="Times New Roman" panose="02020603050405020304" pitchFamily="18" charset="0"/>
              </a:rPr>
              <a:t>facilement </a:t>
            </a:r>
            <a:r>
              <a:rPr lang="fr-FR" dirty="0">
                <a:latin typeface="Times New Roman" panose="02020603050405020304" pitchFamily="18" charset="0"/>
                <a:cs typeface="Times New Roman" panose="02020603050405020304" pitchFamily="18" charset="0"/>
              </a:rPr>
              <a:t>de nouvelles sources de </a:t>
            </a:r>
            <a:r>
              <a:rPr lang="fr-FR" dirty="0" smtClean="0">
                <a:latin typeface="Times New Roman" panose="02020603050405020304" pitchFamily="18" charset="0"/>
                <a:cs typeface="Times New Roman" panose="02020603050405020304" pitchFamily="18" charset="0"/>
              </a:rPr>
              <a:t>données </a:t>
            </a:r>
            <a:endParaRPr lang="fr-FR" dirty="0">
              <a:latin typeface="Times New Roman" panose="02020603050405020304" pitchFamily="18" charset="0"/>
              <a:cs typeface="Times New Roman" panose="02020603050405020304" pitchFamily="18" charset="0"/>
            </a:endParaRPr>
          </a:p>
        </p:txBody>
      </p:sp>
      <p:sp>
        <p:nvSpPr>
          <p:cNvPr id="59" name="ZoneTexte 58"/>
          <p:cNvSpPr txBox="1"/>
          <p:nvPr/>
        </p:nvSpPr>
        <p:spPr>
          <a:xfrm>
            <a:off x="294161" y="3065987"/>
            <a:ext cx="2069448" cy="646331"/>
          </a:xfrm>
          <a:prstGeom prst="rect">
            <a:avLst/>
          </a:prstGeom>
          <a:noFill/>
        </p:spPr>
        <p:txBody>
          <a:bodyPr wrap="square" rtlCol="0">
            <a:spAutoFit/>
          </a:bodyPr>
          <a:lstStyle/>
          <a:p>
            <a:r>
              <a:rPr lang="fr-FR" b="1" dirty="0">
                <a:latin typeface="Times New Roman" panose="02020603050405020304" pitchFamily="18" charset="0"/>
                <a:cs typeface="Times New Roman" panose="02020603050405020304" pitchFamily="18" charset="0"/>
              </a:rPr>
              <a:t>V</a:t>
            </a:r>
            <a:r>
              <a:rPr lang="fr-FR" b="1" dirty="0" smtClean="0">
                <a:latin typeface="Times New Roman" panose="02020603050405020304" pitchFamily="18" charset="0"/>
                <a:cs typeface="Times New Roman" panose="02020603050405020304" pitchFamily="18" charset="0"/>
              </a:rPr>
              <a:t>irtualisation </a:t>
            </a:r>
            <a:r>
              <a:rPr lang="fr-FR" b="1" dirty="0">
                <a:latin typeface="Times New Roman" panose="02020603050405020304" pitchFamily="18" charset="0"/>
                <a:cs typeface="Times New Roman" panose="02020603050405020304" pitchFamily="18" charset="0"/>
              </a:rPr>
              <a:t>des </a:t>
            </a:r>
            <a:r>
              <a:rPr lang="fr-FR" b="1" dirty="0" smtClean="0">
                <a:latin typeface="Times New Roman" panose="02020603050405020304" pitchFamily="18" charset="0"/>
                <a:cs typeface="Times New Roman" panose="02020603050405020304" pitchFamily="18" charset="0"/>
              </a:rPr>
              <a:t>données</a:t>
            </a:r>
            <a:endParaRPr lang="fr-FR" b="1" dirty="0">
              <a:latin typeface="Times New Roman" panose="02020603050405020304" pitchFamily="18" charset="0"/>
              <a:cs typeface="Times New Roman" panose="02020603050405020304" pitchFamily="18" charset="0"/>
            </a:endParaRPr>
          </a:p>
        </p:txBody>
      </p:sp>
      <p:pic>
        <p:nvPicPr>
          <p:cNvPr id="1042" name="Picture 18" descr="RÃ©sultat de recherche d'images pour &quot;icone de fichier&quo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63065" y="3227901"/>
            <a:ext cx="289232" cy="289232"/>
          </a:xfrm>
          <a:prstGeom prst="rect">
            <a:avLst/>
          </a:prstGeom>
          <a:noFill/>
          <a:extLst>
            <a:ext uri="{909E8E84-426E-40DD-AFC4-6F175D3DCCD1}">
              <a14:hiddenFill xmlns:a14="http://schemas.microsoft.com/office/drawing/2010/main">
                <a:solidFill>
                  <a:srgbClr val="FFFFFF"/>
                </a:solidFill>
              </a14:hiddenFill>
            </a:ext>
          </a:extLst>
        </p:spPr>
      </p:pic>
      <p:sp>
        <p:nvSpPr>
          <p:cNvPr id="36" name="ZoneTexte 35"/>
          <p:cNvSpPr txBox="1"/>
          <p:nvPr/>
        </p:nvSpPr>
        <p:spPr>
          <a:xfrm>
            <a:off x="8637395" y="4632983"/>
            <a:ext cx="312906" cy="369332"/>
          </a:xfrm>
          <a:prstGeom prst="rect">
            <a:avLst/>
          </a:prstGeom>
          <a:noFill/>
        </p:spPr>
        <p:txBody>
          <a:bodyPr wrap="none" rtlCol="0">
            <a:spAutoFit/>
          </a:bodyPr>
          <a:lstStyle/>
          <a:p>
            <a:r>
              <a:rPr lang="fr-FR" dirty="0"/>
              <a:t>6</a:t>
            </a:r>
          </a:p>
        </p:txBody>
      </p:sp>
    </p:spTree>
    <p:extLst>
      <p:ext uri="{BB962C8B-B14F-4D97-AF65-F5344CB8AC3E}">
        <p14:creationId xmlns:p14="http://schemas.microsoft.com/office/powerpoint/2010/main" val="292080217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fltVal val="0"/>
                                          </p:val>
                                        </p:tav>
                                        <p:tav tm="100000">
                                          <p:val>
                                            <p:strVal val="#ppt_h"/>
                                          </p:val>
                                        </p:tav>
                                      </p:tavLst>
                                    </p:anim>
                                    <p:animEffect transition="in" filter="fade">
                                      <p:cBhvr>
                                        <p:cTn id="9" dur="500"/>
                                        <p:tgtEl>
                                          <p:spTgt spid="4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p:cTn id="12" dur="500" fill="hold"/>
                                        <p:tgtEl>
                                          <p:spTgt spid="49"/>
                                        </p:tgtEl>
                                        <p:attrNameLst>
                                          <p:attrName>ppt_w</p:attrName>
                                        </p:attrNameLst>
                                      </p:cBhvr>
                                      <p:tavLst>
                                        <p:tav tm="0">
                                          <p:val>
                                            <p:fltVal val="0"/>
                                          </p:val>
                                        </p:tav>
                                        <p:tav tm="100000">
                                          <p:val>
                                            <p:strVal val="#ppt_w"/>
                                          </p:val>
                                        </p:tav>
                                      </p:tavLst>
                                    </p:anim>
                                    <p:anim calcmode="lin" valueType="num">
                                      <p:cBhvr>
                                        <p:cTn id="13" dur="500" fill="hold"/>
                                        <p:tgtEl>
                                          <p:spTgt spid="49"/>
                                        </p:tgtEl>
                                        <p:attrNameLst>
                                          <p:attrName>ppt_h</p:attrName>
                                        </p:attrNameLst>
                                      </p:cBhvr>
                                      <p:tavLst>
                                        <p:tav tm="0">
                                          <p:val>
                                            <p:fltVal val="0"/>
                                          </p:val>
                                        </p:tav>
                                        <p:tav tm="100000">
                                          <p:val>
                                            <p:strVal val="#ppt_h"/>
                                          </p:val>
                                        </p:tav>
                                      </p:tavLst>
                                    </p:anim>
                                    <p:animEffect transition="in" filter="fade">
                                      <p:cBhvr>
                                        <p:cTn id="14" dur="500"/>
                                        <p:tgtEl>
                                          <p:spTgt spid="4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 calcmode="lin" valueType="num">
                                      <p:cBhvr>
                                        <p:cTn id="17" dur="500" fill="hold"/>
                                        <p:tgtEl>
                                          <p:spTgt spid="59"/>
                                        </p:tgtEl>
                                        <p:attrNameLst>
                                          <p:attrName>ppt_w</p:attrName>
                                        </p:attrNameLst>
                                      </p:cBhvr>
                                      <p:tavLst>
                                        <p:tav tm="0">
                                          <p:val>
                                            <p:fltVal val="0"/>
                                          </p:val>
                                        </p:tav>
                                        <p:tav tm="100000">
                                          <p:val>
                                            <p:strVal val="#ppt_w"/>
                                          </p:val>
                                        </p:tav>
                                      </p:tavLst>
                                    </p:anim>
                                    <p:anim calcmode="lin" valueType="num">
                                      <p:cBhvr>
                                        <p:cTn id="18" dur="500" fill="hold"/>
                                        <p:tgtEl>
                                          <p:spTgt spid="59"/>
                                        </p:tgtEl>
                                        <p:attrNameLst>
                                          <p:attrName>ppt_h</p:attrName>
                                        </p:attrNameLst>
                                      </p:cBhvr>
                                      <p:tavLst>
                                        <p:tav tm="0">
                                          <p:val>
                                            <p:fltVal val="0"/>
                                          </p:val>
                                        </p:tav>
                                        <p:tav tm="100000">
                                          <p:val>
                                            <p:strVal val="#ppt_h"/>
                                          </p:val>
                                        </p:tav>
                                      </p:tavLst>
                                    </p:anim>
                                    <p:animEffect transition="in" filter="fade">
                                      <p:cBhvr>
                                        <p:cTn id="19" dur="500"/>
                                        <p:tgtEl>
                                          <p:spTgt spid="5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7"/>
                                        </p:tgtEl>
                                        <p:attrNameLst>
                                          <p:attrName>style.visibility</p:attrName>
                                        </p:attrNameLst>
                                      </p:cBhvr>
                                      <p:to>
                                        <p:strVal val="visible"/>
                                      </p:to>
                                    </p:set>
                                    <p:anim calcmode="lin" valueType="num">
                                      <p:cBhvr>
                                        <p:cTn id="22" dur="500" fill="hold"/>
                                        <p:tgtEl>
                                          <p:spTgt spid="47"/>
                                        </p:tgtEl>
                                        <p:attrNameLst>
                                          <p:attrName>ppt_w</p:attrName>
                                        </p:attrNameLst>
                                      </p:cBhvr>
                                      <p:tavLst>
                                        <p:tav tm="0">
                                          <p:val>
                                            <p:fltVal val="0"/>
                                          </p:val>
                                        </p:tav>
                                        <p:tav tm="100000">
                                          <p:val>
                                            <p:strVal val="#ppt_w"/>
                                          </p:val>
                                        </p:tav>
                                      </p:tavLst>
                                    </p:anim>
                                    <p:anim calcmode="lin" valueType="num">
                                      <p:cBhvr>
                                        <p:cTn id="23" dur="500" fill="hold"/>
                                        <p:tgtEl>
                                          <p:spTgt spid="47"/>
                                        </p:tgtEl>
                                        <p:attrNameLst>
                                          <p:attrName>ppt_h</p:attrName>
                                        </p:attrNameLst>
                                      </p:cBhvr>
                                      <p:tavLst>
                                        <p:tav tm="0">
                                          <p:val>
                                            <p:fltVal val="0"/>
                                          </p:val>
                                        </p:tav>
                                        <p:tav tm="100000">
                                          <p:val>
                                            <p:strVal val="#ppt_h"/>
                                          </p:val>
                                        </p:tav>
                                      </p:tavLst>
                                    </p:anim>
                                    <p:animEffect transition="in" filter="fade">
                                      <p:cBhvr>
                                        <p:cTn id="24" dur="500"/>
                                        <p:tgtEl>
                                          <p:spTgt spid="47"/>
                                        </p:tgtEl>
                                      </p:cBhvr>
                                    </p:animEffect>
                                  </p:childTnLst>
                                </p:cTn>
                              </p:par>
                            </p:childTnLst>
                          </p:cTn>
                        </p:par>
                      </p:childTnLst>
                    </p:cTn>
                  </p:par>
                  <p:par>
                    <p:cTn id="25" fill="hold">
                      <p:stCondLst>
                        <p:cond delay="indefinite"/>
                      </p:stCondLst>
                      <p:childTnLst>
                        <p:par>
                          <p:cTn id="26" fill="hold">
                            <p:stCondLst>
                              <p:cond delay="0"/>
                            </p:stCondLst>
                            <p:childTnLst>
                              <p:par>
                                <p:cTn id="27" presetID="26" presetClass="emph" presetSubtype="0" fill="hold" grpId="1" nodeType="clickEffect">
                                  <p:stCondLst>
                                    <p:cond delay="0"/>
                                  </p:stCondLst>
                                  <p:childTnLst>
                                    <p:animEffect transition="out" filter="fade">
                                      <p:cBhvr>
                                        <p:cTn id="28" dur="500" tmFilter="0, 0; .2, .5; .8, .5; 1, 0"/>
                                        <p:tgtEl>
                                          <p:spTgt spid="47"/>
                                        </p:tgtEl>
                                      </p:cBhvr>
                                    </p:animEffect>
                                    <p:animScale>
                                      <p:cBhvr>
                                        <p:cTn id="29" dur="250" autoRev="1" fill="hold"/>
                                        <p:tgtEl>
                                          <p:spTgt spid="47"/>
                                        </p:tgtEl>
                                      </p:cBhvr>
                                      <p:by x="105000" y="105000"/>
                                    </p:animScale>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randombar(horizontal)">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26" presetClass="emph" presetSubtype="0" fill="hold" grpId="1" nodeType="clickEffect">
                                  <p:stCondLst>
                                    <p:cond delay="0"/>
                                  </p:stCondLst>
                                  <p:childTnLst>
                                    <p:animEffect transition="out" filter="fade">
                                      <p:cBhvr>
                                        <p:cTn id="38" dur="500" tmFilter="0, 0; .2, .5; .8, .5; 1, 0"/>
                                        <p:tgtEl>
                                          <p:spTgt spid="45"/>
                                        </p:tgtEl>
                                      </p:cBhvr>
                                    </p:animEffect>
                                    <p:animScale>
                                      <p:cBhvr>
                                        <p:cTn id="39" dur="250" autoRev="1" fill="hold"/>
                                        <p:tgtEl>
                                          <p:spTgt spid="45"/>
                                        </p:tgtEl>
                                      </p:cBhvr>
                                      <p:by x="105000" y="105000"/>
                                    </p:animScale>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randombar(horizontal)">
                                      <p:cBhvr>
                                        <p:cTn id="44" dur="500"/>
                                        <p:tgtEl>
                                          <p:spTgt spid="44"/>
                                        </p:tgtEl>
                                      </p:cBhvr>
                                    </p:animEffect>
                                  </p:childTnLst>
                                </p:cTn>
                              </p:par>
                            </p:childTnLst>
                          </p:cTn>
                        </p:par>
                      </p:childTnLst>
                    </p:cTn>
                  </p:par>
                  <p:par>
                    <p:cTn id="45" fill="hold">
                      <p:stCondLst>
                        <p:cond delay="indefinite"/>
                      </p:stCondLst>
                      <p:childTnLst>
                        <p:par>
                          <p:cTn id="46" fill="hold">
                            <p:stCondLst>
                              <p:cond delay="0"/>
                            </p:stCondLst>
                            <p:childTnLst>
                              <p:par>
                                <p:cTn id="47" presetID="26" presetClass="emph" presetSubtype="0" fill="hold" grpId="1" nodeType="clickEffect">
                                  <p:stCondLst>
                                    <p:cond delay="0"/>
                                  </p:stCondLst>
                                  <p:childTnLst>
                                    <p:animEffect transition="out" filter="fade">
                                      <p:cBhvr>
                                        <p:cTn id="48" dur="500" tmFilter="0, 0; .2, .5; .8, .5; 1, 0"/>
                                        <p:tgtEl>
                                          <p:spTgt spid="59"/>
                                        </p:tgtEl>
                                      </p:cBhvr>
                                    </p:animEffect>
                                    <p:animScale>
                                      <p:cBhvr>
                                        <p:cTn id="49" dur="250" autoRev="1" fill="hold"/>
                                        <p:tgtEl>
                                          <p:spTgt spid="59"/>
                                        </p:tgtEl>
                                      </p:cBhvr>
                                      <p:by x="105000" y="105000"/>
                                    </p:animScale>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randombar(horizontal)">
                                      <p:cBhvr>
                                        <p:cTn id="54" dur="500"/>
                                        <p:tgtEl>
                                          <p:spTgt spid="53"/>
                                        </p:tgtEl>
                                      </p:cBhvr>
                                    </p:animEffect>
                                  </p:childTnLst>
                                </p:cTn>
                              </p:par>
                            </p:childTnLst>
                          </p:cTn>
                        </p:par>
                      </p:childTnLst>
                    </p:cTn>
                  </p:par>
                  <p:par>
                    <p:cTn id="55" fill="hold">
                      <p:stCondLst>
                        <p:cond delay="indefinite"/>
                      </p:stCondLst>
                      <p:childTnLst>
                        <p:par>
                          <p:cTn id="56" fill="hold">
                            <p:stCondLst>
                              <p:cond delay="0"/>
                            </p:stCondLst>
                            <p:childTnLst>
                              <p:par>
                                <p:cTn id="57" presetID="26" presetClass="emph" presetSubtype="0" fill="hold" grpId="1" nodeType="clickEffect">
                                  <p:stCondLst>
                                    <p:cond delay="0"/>
                                  </p:stCondLst>
                                  <p:childTnLst>
                                    <p:animEffect transition="out" filter="fade">
                                      <p:cBhvr>
                                        <p:cTn id="58" dur="500" tmFilter="0, 0; .2, .5; .8, .5; 1, 0"/>
                                        <p:tgtEl>
                                          <p:spTgt spid="49"/>
                                        </p:tgtEl>
                                      </p:cBhvr>
                                    </p:animEffect>
                                    <p:animScale>
                                      <p:cBhvr>
                                        <p:cTn id="59" dur="250" autoRev="1" fill="hold"/>
                                        <p:tgtEl>
                                          <p:spTgt spid="49"/>
                                        </p:tgtEl>
                                      </p:cBhvr>
                                      <p:by x="105000" y="105000"/>
                                    </p:animScale>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grpId="0"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randombar(horizontal)">
                                      <p:cBhvr>
                                        <p:cTn id="6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5" grpId="1"/>
      <p:bldP spid="46" grpId="0"/>
      <p:bldP spid="47" grpId="0"/>
      <p:bldP spid="47" grpId="1"/>
      <p:bldP spid="48" grpId="0"/>
      <p:bldP spid="49" grpId="0"/>
      <p:bldP spid="49" grpId="1"/>
      <p:bldP spid="53" grpId="0"/>
      <p:bldP spid="59" grpId="0"/>
      <p:bldP spid="59"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endParaRPr lang="en-US" altLang="ko-KR" dirty="0" smtClean="0"/>
          </a:p>
          <a:p>
            <a:r>
              <a:rPr lang="en-US" altLang="ko-KR" dirty="0" smtClean="0"/>
              <a:t>Virtualisation</a:t>
            </a:r>
            <a:endParaRPr lang="ko-KR" altLang="en-US" dirty="0"/>
          </a:p>
          <a:p>
            <a:endParaRPr lang="fr-FR" dirty="0"/>
          </a:p>
        </p:txBody>
      </p:sp>
      <p:sp>
        <p:nvSpPr>
          <p:cNvPr id="3" name="Espace réservé du texte 2"/>
          <p:cNvSpPr>
            <a:spLocks noGrp="1"/>
          </p:cNvSpPr>
          <p:nvPr>
            <p:ph type="body" sz="quarter" idx="11"/>
          </p:nvPr>
        </p:nvSpPr>
        <p:spPr>
          <a:xfrm>
            <a:off x="0" y="699996"/>
            <a:ext cx="9144000" cy="288032"/>
          </a:xfrm>
        </p:spPr>
        <p:txBody>
          <a:bodyPr/>
          <a:lstStyle/>
          <a:p>
            <a:r>
              <a:rPr lang="en-US" altLang="ko-KR" sz="1800" dirty="0">
                <a:latin typeface="Times New Roman" panose="02020603050405020304" pitchFamily="18" charset="0"/>
                <a:cs typeface="Times New Roman" panose="02020603050405020304" pitchFamily="18" charset="0"/>
              </a:rPr>
              <a:t>Avantages</a:t>
            </a:r>
            <a:endParaRPr lang="fr-FR" sz="1800" dirty="0">
              <a:latin typeface="Times New Roman" panose="02020603050405020304" pitchFamily="18" charset="0"/>
              <a:cs typeface="Times New Roman" panose="02020603050405020304" pitchFamily="18" charset="0"/>
            </a:endParaRPr>
          </a:p>
        </p:txBody>
      </p:sp>
      <p:grpSp>
        <p:nvGrpSpPr>
          <p:cNvPr id="4" name="Group 5"/>
          <p:cNvGrpSpPr/>
          <p:nvPr/>
        </p:nvGrpSpPr>
        <p:grpSpPr>
          <a:xfrm>
            <a:off x="0" y="2294422"/>
            <a:ext cx="2555776" cy="1835870"/>
            <a:chOff x="-4613" y="1669093"/>
            <a:chExt cx="3142702" cy="2255330"/>
          </a:xfrm>
        </p:grpSpPr>
        <p:sp>
          <p:nvSpPr>
            <p:cNvPr id="5" name="Rectangle 4"/>
            <p:cNvSpPr/>
            <p:nvPr/>
          </p:nvSpPr>
          <p:spPr>
            <a:xfrm>
              <a:off x="1003498" y="2733275"/>
              <a:ext cx="360040" cy="9520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6" name="Rectangle 5"/>
            <p:cNvSpPr/>
            <p:nvPr/>
          </p:nvSpPr>
          <p:spPr>
            <a:xfrm>
              <a:off x="-4613" y="2628280"/>
              <a:ext cx="1128161" cy="129614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7" name="Freeform 8"/>
            <p:cNvSpPr/>
            <p:nvPr/>
          </p:nvSpPr>
          <p:spPr>
            <a:xfrm rot="5400000">
              <a:off x="1226741" y="1805890"/>
              <a:ext cx="2048146" cy="1774551"/>
            </a:xfrm>
            <a:custGeom>
              <a:avLst/>
              <a:gdLst>
                <a:gd name="connsiteX0" fmla="*/ 0 w 1404518"/>
                <a:gd name="connsiteY0" fmla="*/ 1053388 h 2070201"/>
                <a:gd name="connsiteX1" fmla="*/ 124358 w 1404518"/>
                <a:gd name="connsiteY1" fmla="*/ 1382572 h 2070201"/>
                <a:gd name="connsiteX2" fmla="*/ 292608 w 1404518"/>
                <a:gd name="connsiteY2" fmla="*/ 1675180 h 2070201"/>
                <a:gd name="connsiteX3" fmla="*/ 687628 w 1404518"/>
                <a:gd name="connsiteY3" fmla="*/ 2070201 h 2070201"/>
                <a:gd name="connsiteX4" fmla="*/ 1302105 w 1404518"/>
                <a:gd name="connsiteY4" fmla="*/ 2018995 h 2070201"/>
                <a:gd name="connsiteX5" fmla="*/ 1404518 w 1404518"/>
                <a:gd name="connsiteY5" fmla="*/ 1155801 h 2070201"/>
                <a:gd name="connsiteX6" fmla="*/ 1221638 w 1404518"/>
                <a:gd name="connsiteY6" fmla="*/ 768096 h 2070201"/>
                <a:gd name="connsiteX7" fmla="*/ 1177747 w 1404518"/>
                <a:gd name="connsiteY7" fmla="*/ 965606 h 2070201"/>
                <a:gd name="connsiteX8" fmla="*/ 1024128 w 1404518"/>
                <a:gd name="connsiteY8" fmla="*/ 694944 h 2070201"/>
                <a:gd name="connsiteX9" fmla="*/ 921715 w 1404518"/>
                <a:gd name="connsiteY9" fmla="*/ 929030 h 2070201"/>
                <a:gd name="connsiteX10" fmla="*/ 877824 w 1404518"/>
                <a:gd name="connsiteY10" fmla="*/ 629107 h 2070201"/>
                <a:gd name="connsiteX11" fmla="*/ 709574 w 1404518"/>
                <a:gd name="connsiteY11" fmla="*/ 936345 h 2070201"/>
                <a:gd name="connsiteX12" fmla="*/ 526694 w 1404518"/>
                <a:gd name="connsiteY12" fmla="*/ 0 h 2070201"/>
                <a:gd name="connsiteX13" fmla="*/ 468172 w 1404518"/>
                <a:gd name="connsiteY13" fmla="*/ 1338681 h 2070201"/>
                <a:gd name="connsiteX14" fmla="*/ 321868 w 1404518"/>
                <a:gd name="connsiteY14" fmla="*/ 1287475 h 2070201"/>
                <a:gd name="connsiteX15" fmla="*/ 0 w 1404518"/>
                <a:gd name="connsiteY15" fmla="*/ 1053388 h 2070201"/>
                <a:gd name="connsiteX0" fmla="*/ 0 w 1404518"/>
                <a:gd name="connsiteY0" fmla="*/ 1053388 h 2070201"/>
                <a:gd name="connsiteX1" fmla="*/ 124358 w 1404518"/>
                <a:gd name="connsiteY1" fmla="*/ 1382572 h 2070201"/>
                <a:gd name="connsiteX2" fmla="*/ 292608 w 1404518"/>
                <a:gd name="connsiteY2" fmla="*/ 1675180 h 2070201"/>
                <a:gd name="connsiteX3" fmla="*/ 687628 w 1404518"/>
                <a:gd name="connsiteY3" fmla="*/ 2070201 h 2070201"/>
                <a:gd name="connsiteX4" fmla="*/ 1302105 w 1404518"/>
                <a:gd name="connsiteY4" fmla="*/ 2018995 h 2070201"/>
                <a:gd name="connsiteX5" fmla="*/ 1404518 w 1404518"/>
                <a:gd name="connsiteY5" fmla="*/ 1155801 h 2070201"/>
                <a:gd name="connsiteX6" fmla="*/ 1221638 w 1404518"/>
                <a:gd name="connsiteY6" fmla="*/ 768096 h 2070201"/>
                <a:gd name="connsiteX7" fmla="*/ 1177747 w 1404518"/>
                <a:gd name="connsiteY7" fmla="*/ 965606 h 2070201"/>
                <a:gd name="connsiteX8" fmla="*/ 1024128 w 1404518"/>
                <a:gd name="connsiteY8" fmla="*/ 694944 h 2070201"/>
                <a:gd name="connsiteX9" fmla="*/ 921715 w 1404518"/>
                <a:gd name="connsiteY9" fmla="*/ 929030 h 2070201"/>
                <a:gd name="connsiteX10" fmla="*/ 877824 w 1404518"/>
                <a:gd name="connsiteY10" fmla="*/ 629107 h 2070201"/>
                <a:gd name="connsiteX11" fmla="*/ 709574 w 1404518"/>
                <a:gd name="connsiteY11" fmla="*/ 936345 h 2070201"/>
                <a:gd name="connsiteX12" fmla="*/ 526694 w 1404518"/>
                <a:gd name="connsiteY12" fmla="*/ 0 h 2070201"/>
                <a:gd name="connsiteX13" fmla="*/ 468172 w 1404518"/>
                <a:gd name="connsiteY13" fmla="*/ 1338681 h 2070201"/>
                <a:gd name="connsiteX14" fmla="*/ 321868 w 1404518"/>
                <a:gd name="connsiteY14" fmla="*/ 1287475 h 2070201"/>
                <a:gd name="connsiteX15" fmla="*/ 0 w 1404518"/>
                <a:gd name="connsiteY15" fmla="*/ 1053388 h 2070201"/>
                <a:gd name="connsiteX0" fmla="*/ 0 w 1404518"/>
                <a:gd name="connsiteY0" fmla="*/ 1053388 h 2070201"/>
                <a:gd name="connsiteX1" fmla="*/ 124358 w 1404518"/>
                <a:gd name="connsiteY1" fmla="*/ 1382572 h 2070201"/>
                <a:gd name="connsiteX2" fmla="*/ 292608 w 1404518"/>
                <a:gd name="connsiteY2" fmla="*/ 1741017 h 2070201"/>
                <a:gd name="connsiteX3" fmla="*/ 687628 w 1404518"/>
                <a:gd name="connsiteY3" fmla="*/ 2070201 h 2070201"/>
                <a:gd name="connsiteX4" fmla="*/ 1302105 w 1404518"/>
                <a:gd name="connsiteY4" fmla="*/ 2018995 h 2070201"/>
                <a:gd name="connsiteX5" fmla="*/ 1404518 w 1404518"/>
                <a:gd name="connsiteY5" fmla="*/ 1155801 h 2070201"/>
                <a:gd name="connsiteX6" fmla="*/ 1221638 w 1404518"/>
                <a:gd name="connsiteY6" fmla="*/ 768096 h 2070201"/>
                <a:gd name="connsiteX7" fmla="*/ 1177747 w 1404518"/>
                <a:gd name="connsiteY7" fmla="*/ 965606 h 2070201"/>
                <a:gd name="connsiteX8" fmla="*/ 1024128 w 1404518"/>
                <a:gd name="connsiteY8" fmla="*/ 694944 h 2070201"/>
                <a:gd name="connsiteX9" fmla="*/ 921715 w 1404518"/>
                <a:gd name="connsiteY9" fmla="*/ 929030 h 2070201"/>
                <a:gd name="connsiteX10" fmla="*/ 877824 w 1404518"/>
                <a:gd name="connsiteY10" fmla="*/ 629107 h 2070201"/>
                <a:gd name="connsiteX11" fmla="*/ 709574 w 1404518"/>
                <a:gd name="connsiteY11" fmla="*/ 936345 h 2070201"/>
                <a:gd name="connsiteX12" fmla="*/ 526694 w 1404518"/>
                <a:gd name="connsiteY12" fmla="*/ 0 h 2070201"/>
                <a:gd name="connsiteX13" fmla="*/ 468172 w 1404518"/>
                <a:gd name="connsiteY13" fmla="*/ 1338681 h 2070201"/>
                <a:gd name="connsiteX14" fmla="*/ 321868 w 1404518"/>
                <a:gd name="connsiteY14" fmla="*/ 1287475 h 2070201"/>
                <a:gd name="connsiteX15" fmla="*/ 0 w 1404518"/>
                <a:gd name="connsiteY15" fmla="*/ 1053388 h 2070201"/>
                <a:gd name="connsiteX0" fmla="*/ 0 w 1404518"/>
                <a:gd name="connsiteY0" fmla="*/ 1053388 h 2070201"/>
                <a:gd name="connsiteX1" fmla="*/ 124358 w 1404518"/>
                <a:gd name="connsiteY1" fmla="*/ 1382572 h 2070201"/>
                <a:gd name="connsiteX2" fmla="*/ 292608 w 1404518"/>
                <a:gd name="connsiteY2" fmla="*/ 1741017 h 2070201"/>
                <a:gd name="connsiteX3" fmla="*/ 687628 w 1404518"/>
                <a:gd name="connsiteY3" fmla="*/ 2070201 h 2070201"/>
                <a:gd name="connsiteX4" fmla="*/ 1302105 w 1404518"/>
                <a:gd name="connsiteY4" fmla="*/ 2018995 h 2070201"/>
                <a:gd name="connsiteX5" fmla="*/ 1404518 w 1404518"/>
                <a:gd name="connsiteY5" fmla="*/ 1155801 h 2070201"/>
                <a:gd name="connsiteX6" fmla="*/ 1221638 w 1404518"/>
                <a:gd name="connsiteY6" fmla="*/ 768096 h 2070201"/>
                <a:gd name="connsiteX7" fmla="*/ 1177747 w 1404518"/>
                <a:gd name="connsiteY7" fmla="*/ 965606 h 2070201"/>
                <a:gd name="connsiteX8" fmla="*/ 1024128 w 1404518"/>
                <a:gd name="connsiteY8" fmla="*/ 694944 h 2070201"/>
                <a:gd name="connsiteX9" fmla="*/ 921715 w 1404518"/>
                <a:gd name="connsiteY9" fmla="*/ 929030 h 2070201"/>
                <a:gd name="connsiteX10" fmla="*/ 877824 w 1404518"/>
                <a:gd name="connsiteY10" fmla="*/ 629107 h 2070201"/>
                <a:gd name="connsiteX11" fmla="*/ 709574 w 1404518"/>
                <a:gd name="connsiteY11" fmla="*/ 936345 h 2070201"/>
                <a:gd name="connsiteX12" fmla="*/ 526694 w 1404518"/>
                <a:gd name="connsiteY12" fmla="*/ 0 h 2070201"/>
                <a:gd name="connsiteX13" fmla="*/ 468172 w 1404518"/>
                <a:gd name="connsiteY13" fmla="*/ 1338681 h 2070201"/>
                <a:gd name="connsiteX14" fmla="*/ 321868 w 1404518"/>
                <a:gd name="connsiteY14" fmla="*/ 1287475 h 2070201"/>
                <a:gd name="connsiteX15" fmla="*/ 0 w 1404518"/>
                <a:gd name="connsiteY15" fmla="*/ 1053388 h 2070201"/>
                <a:gd name="connsiteX0" fmla="*/ 0 w 1404518"/>
                <a:gd name="connsiteY0" fmla="*/ 1053388 h 2070201"/>
                <a:gd name="connsiteX1" fmla="*/ 124358 w 1404518"/>
                <a:gd name="connsiteY1" fmla="*/ 1382572 h 2070201"/>
                <a:gd name="connsiteX2" fmla="*/ 292608 w 1404518"/>
                <a:gd name="connsiteY2" fmla="*/ 1741017 h 2070201"/>
                <a:gd name="connsiteX3" fmla="*/ 687628 w 1404518"/>
                <a:gd name="connsiteY3" fmla="*/ 2070201 h 2070201"/>
                <a:gd name="connsiteX4" fmla="*/ 1302105 w 1404518"/>
                <a:gd name="connsiteY4" fmla="*/ 2018995 h 2070201"/>
                <a:gd name="connsiteX5" fmla="*/ 1404518 w 1404518"/>
                <a:gd name="connsiteY5" fmla="*/ 1155801 h 2070201"/>
                <a:gd name="connsiteX6" fmla="*/ 1221638 w 1404518"/>
                <a:gd name="connsiteY6" fmla="*/ 768096 h 2070201"/>
                <a:gd name="connsiteX7" fmla="*/ 1177747 w 1404518"/>
                <a:gd name="connsiteY7" fmla="*/ 965606 h 2070201"/>
                <a:gd name="connsiteX8" fmla="*/ 1024128 w 1404518"/>
                <a:gd name="connsiteY8" fmla="*/ 694944 h 2070201"/>
                <a:gd name="connsiteX9" fmla="*/ 921715 w 1404518"/>
                <a:gd name="connsiteY9" fmla="*/ 929030 h 2070201"/>
                <a:gd name="connsiteX10" fmla="*/ 877824 w 1404518"/>
                <a:gd name="connsiteY10" fmla="*/ 629107 h 2070201"/>
                <a:gd name="connsiteX11" fmla="*/ 709574 w 1404518"/>
                <a:gd name="connsiteY11" fmla="*/ 936345 h 2070201"/>
                <a:gd name="connsiteX12" fmla="*/ 526694 w 1404518"/>
                <a:gd name="connsiteY12" fmla="*/ 0 h 2070201"/>
                <a:gd name="connsiteX13" fmla="*/ 468172 w 1404518"/>
                <a:gd name="connsiteY13" fmla="*/ 1338681 h 2070201"/>
                <a:gd name="connsiteX14" fmla="*/ 321868 w 1404518"/>
                <a:gd name="connsiteY14" fmla="*/ 1287475 h 2070201"/>
                <a:gd name="connsiteX15" fmla="*/ 0 w 1404518"/>
                <a:gd name="connsiteY15" fmla="*/ 1053388 h 2070201"/>
                <a:gd name="connsiteX0" fmla="*/ 0 w 1404518"/>
                <a:gd name="connsiteY0" fmla="*/ 1053388 h 2070201"/>
                <a:gd name="connsiteX1" fmla="*/ 124358 w 1404518"/>
                <a:gd name="connsiteY1" fmla="*/ 1382572 h 2070201"/>
                <a:gd name="connsiteX2" fmla="*/ 292608 w 1404518"/>
                <a:gd name="connsiteY2" fmla="*/ 1741017 h 2070201"/>
                <a:gd name="connsiteX3" fmla="*/ 687628 w 1404518"/>
                <a:gd name="connsiteY3" fmla="*/ 2070201 h 2070201"/>
                <a:gd name="connsiteX4" fmla="*/ 1331366 w 1404518"/>
                <a:gd name="connsiteY4" fmla="*/ 2055571 h 2070201"/>
                <a:gd name="connsiteX5" fmla="*/ 1404518 w 1404518"/>
                <a:gd name="connsiteY5" fmla="*/ 1155801 h 2070201"/>
                <a:gd name="connsiteX6" fmla="*/ 1221638 w 1404518"/>
                <a:gd name="connsiteY6" fmla="*/ 768096 h 2070201"/>
                <a:gd name="connsiteX7" fmla="*/ 1177747 w 1404518"/>
                <a:gd name="connsiteY7" fmla="*/ 965606 h 2070201"/>
                <a:gd name="connsiteX8" fmla="*/ 1024128 w 1404518"/>
                <a:gd name="connsiteY8" fmla="*/ 694944 h 2070201"/>
                <a:gd name="connsiteX9" fmla="*/ 921715 w 1404518"/>
                <a:gd name="connsiteY9" fmla="*/ 929030 h 2070201"/>
                <a:gd name="connsiteX10" fmla="*/ 877824 w 1404518"/>
                <a:gd name="connsiteY10" fmla="*/ 629107 h 2070201"/>
                <a:gd name="connsiteX11" fmla="*/ 709574 w 1404518"/>
                <a:gd name="connsiteY11" fmla="*/ 936345 h 2070201"/>
                <a:gd name="connsiteX12" fmla="*/ 526694 w 1404518"/>
                <a:gd name="connsiteY12" fmla="*/ 0 h 2070201"/>
                <a:gd name="connsiteX13" fmla="*/ 468172 w 1404518"/>
                <a:gd name="connsiteY13" fmla="*/ 1338681 h 2070201"/>
                <a:gd name="connsiteX14" fmla="*/ 321868 w 1404518"/>
                <a:gd name="connsiteY14" fmla="*/ 1287475 h 2070201"/>
                <a:gd name="connsiteX15" fmla="*/ 0 w 1404518"/>
                <a:gd name="connsiteY15" fmla="*/ 1053388 h 2070201"/>
                <a:gd name="connsiteX0" fmla="*/ 0 w 1404518"/>
                <a:gd name="connsiteY0" fmla="*/ 1053388 h 2070201"/>
                <a:gd name="connsiteX1" fmla="*/ 124358 w 1404518"/>
                <a:gd name="connsiteY1" fmla="*/ 1382572 h 2070201"/>
                <a:gd name="connsiteX2" fmla="*/ 292608 w 1404518"/>
                <a:gd name="connsiteY2" fmla="*/ 1741017 h 2070201"/>
                <a:gd name="connsiteX3" fmla="*/ 687628 w 1404518"/>
                <a:gd name="connsiteY3" fmla="*/ 2070201 h 2070201"/>
                <a:gd name="connsiteX4" fmla="*/ 1294790 w 1404518"/>
                <a:gd name="connsiteY4" fmla="*/ 2055571 h 2070201"/>
                <a:gd name="connsiteX5" fmla="*/ 1404518 w 1404518"/>
                <a:gd name="connsiteY5" fmla="*/ 1155801 h 2070201"/>
                <a:gd name="connsiteX6" fmla="*/ 1221638 w 1404518"/>
                <a:gd name="connsiteY6" fmla="*/ 768096 h 2070201"/>
                <a:gd name="connsiteX7" fmla="*/ 1177747 w 1404518"/>
                <a:gd name="connsiteY7" fmla="*/ 965606 h 2070201"/>
                <a:gd name="connsiteX8" fmla="*/ 1024128 w 1404518"/>
                <a:gd name="connsiteY8" fmla="*/ 694944 h 2070201"/>
                <a:gd name="connsiteX9" fmla="*/ 921715 w 1404518"/>
                <a:gd name="connsiteY9" fmla="*/ 929030 h 2070201"/>
                <a:gd name="connsiteX10" fmla="*/ 877824 w 1404518"/>
                <a:gd name="connsiteY10" fmla="*/ 629107 h 2070201"/>
                <a:gd name="connsiteX11" fmla="*/ 709574 w 1404518"/>
                <a:gd name="connsiteY11" fmla="*/ 936345 h 2070201"/>
                <a:gd name="connsiteX12" fmla="*/ 526694 w 1404518"/>
                <a:gd name="connsiteY12" fmla="*/ 0 h 2070201"/>
                <a:gd name="connsiteX13" fmla="*/ 468172 w 1404518"/>
                <a:gd name="connsiteY13" fmla="*/ 1338681 h 2070201"/>
                <a:gd name="connsiteX14" fmla="*/ 321868 w 1404518"/>
                <a:gd name="connsiteY14" fmla="*/ 1287475 h 2070201"/>
                <a:gd name="connsiteX15" fmla="*/ 0 w 1404518"/>
                <a:gd name="connsiteY15" fmla="*/ 1053388 h 2070201"/>
                <a:gd name="connsiteX0" fmla="*/ 0 w 1404518"/>
                <a:gd name="connsiteY0" fmla="*/ 1053388 h 2070201"/>
                <a:gd name="connsiteX1" fmla="*/ 124358 w 1404518"/>
                <a:gd name="connsiteY1" fmla="*/ 1382572 h 2070201"/>
                <a:gd name="connsiteX2" fmla="*/ 292608 w 1404518"/>
                <a:gd name="connsiteY2" fmla="*/ 1741017 h 2070201"/>
                <a:gd name="connsiteX3" fmla="*/ 687628 w 1404518"/>
                <a:gd name="connsiteY3" fmla="*/ 2070201 h 2070201"/>
                <a:gd name="connsiteX4" fmla="*/ 1294790 w 1404518"/>
                <a:gd name="connsiteY4" fmla="*/ 2055571 h 2070201"/>
                <a:gd name="connsiteX5" fmla="*/ 1404518 w 1404518"/>
                <a:gd name="connsiteY5" fmla="*/ 1155801 h 2070201"/>
                <a:gd name="connsiteX6" fmla="*/ 1221638 w 1404518"/>
                <a:gd name="connsiteY6" fmla="*/ 768096 h 2070201"/>
                <a:gd name="connsiteX7" fmla="*/ 1177747 w 1404518"/>
                <a:gd name="connsiteY7" fmla="*/ 965606 h 2070201"/>
                <a:gd name="connsiteX8" fmla="*/ 1024128 w 1404518"/>
                <a:gd name="connsiteY8" fmla="*/ 694944 h 2070201"/>
                <a:gd name="connsiteX9" fmla="*/ 921715 w 1404518"/>
                <a:gd name="connsiteY9" fmla="*/ 929030 h 2070201"/>
                <a:gd name="connsiteX10" fmla="*/ 877824 w 1404518"/>
                <a:gd name="connsiteY10" fmla="*/ 629107 h 2070201"/>
                <a:gd name="connsiteX11" fmla="*/ 709574 w 1404518"/>
                <a:gd name="connsiteY11" fmla="*/ 936345 h 2070201"/>
                <a:gd name="connsiteX12" fmla="*/ 526694 w 1404518"/>
                <a:gd name="connsiteY12" fmla="*/ 0 h 2070201"/>
                <a:gd name="connsiteX13" fmla="*/ 468172 w 1404518"/>
                <a:gd name="connsiteY13" fmla="*/ 1338681 h 2070201"/>
                <a:gd name="connsiteX14" fmla="*/ 321868 w 1404518"/>
                <a:gd name="connsiteY14" fmla="*/ 1287475 h 2070201"/>
                <a:gd name="connsiteX15" fmla="*/ 0 w 1404518"/>
                <a:gd name="connsiteY15" fmla="*/ 1053388 h 2070201"/>
                <a:gd name="connsiteX0" fmla="*/ 0 w 1413093"/>
                <a:gd name="connsiteY0" fmla="*/ 1053388 h 2070201"/>
                <a:gd name="connsiteX1" fmla="*/ 124358 w 1413093"/>
                <a:gd name="connsiteY1" fmla="*/ 1382572 h 2070201"/>
                <a:gd name="connsiteX2" fmla="*/ 292608 w 1413093"/>
                <a:gd name="connsiteY2" fmla="*/ 1741017 h 2070201"/>
                <a:gd name="connsiteX3" fmla="*/ 687628 w 1413093"/>
                <a:gd name="connsiteY3" fmla="*/ 2070201 h 2070201"/>
                <a:gd name="connsiteX4" fmla="*/ 1294790 w 1413093"/>
                <a:gd name="connsiteY4" fmla="*/ 2055571 h 2070201"/>
                <a:gd name="connsiteX5" fmla="*/ 1404518 w 1413093"/>
                <a:gd name="connsiteY5" fmla="*/ 1155801 h 2070201"/>
                <a:gd name="connsiteX6" fmla="*/ 1221638 w 1413093"/>
                <a:gd name="connsiteY6" fmla="*/ 768096 h 2070201"/>
                <a:gd name="connsiteX7" fmla="*/ 1177747 w 1413093"/>
                <a:gd name="connsiteY7" fmla="*/ 965606 h 2070201"/>
                <a:gd name="connsiteX8" fmla="*/ 1024128 w 1413093"/>
                <a:gd name="connsiteY8" fmla="*/ 694944 h 2070201"/>
                <a:gd name="connsiteX9" fmla="*/ 921715 w 1413093"/>
                <a:gd name="connsiteY9" fmla="*/ 929030 h 2070201"/>
                <a:gd name="connsiteX10" fmla="*/ 877824 w 1413093"/>
                <a:gd name="connsiteY10" fmla="*/ 629107 h 2070201"/>
                <a:gd name="connsiteX11" fmla="*/ 709574 w 1413093"/>
                <a:gd name="connsiteY11" fmla="*/ 936345 h 2070201"/>
                <a:gd name="connsiteX12" fmla="*/ 526694 w 1413093"/>
                <a:gd name="connsiteY12" fmla="*/ 0 h 2070201"/>
                <a:gd name="connsiteX13" fmla="*/ 468172 w 1413093"/>
                <a:gd name="connsiteY13" fmla="*/ 1338681 h 2070201"/>
                <a:gd name="connsiteX14" fmla="*/ 321868 w 1413093"/>
                <a:gd name="connsiteY14" fmla="*/ 1287475 h 2070201"/>
                <a:gd name="connsiteX15" fmla="*/ 0 w 1413093"/>
                <a:gd name="connsiteY15" fmla="*/ 1053388 h 2070201"/>
                <a:gd name="connsiteX0" fmla="*/ 0 w 1413093"/>
                <a:gd name="connsiteY0" fmla="*/ 1053388 h 2070201"/>
                <a:gd name="connsiteX1" fmla="*/ 124358 w 1413093"/>
                <a:gd name="connsiteY1" fmla="*/ 1382572 h 2070201"/>
                <a:gd name="connsiteX2" fmla="*/ 292608 w 1413093"/>
                <a:gd name="connsiteY2" fmla="*/ 1741017 h 2070201"/>
                <a:gd name="connsiteX3" fmla="*/ 687628 w 1413093"/>
                <a:gd name="connsiteY3" fmla="*/ 2070201 h 2070201"/>
                <a:gd name="connsiteX4" fmla="*/ 1294790 w 1413093"/>
                <a:gd name="connsiteY4" fmla="*/ 2055571 h 2070201"/>
                <a:gd name="connsiteX5" fmla="*/ 1404518 w 1413093"/>
                <a:gd name="connsiteY5" fmla="*/ 1155801 h 2070201"/>
                <a:gd name="connsiteX6" fmla="*/ 1221638 w 1413093"/>
                <a:gd name="connsiteY6" fmla="*/ 768096 h 2070201"/>
                <a:gd name="connsiteX7" fmla="*/ 1177747 w 1413093"/>
                <a:gd name="connsiteY7" fmla="*/ 965606 h 2070201"/>
                <a:gd name="connsiteX8" fmla="*/ 1024128 w 1413093"/>
                <a:gd name="connsiteY8" fmla="*/ 694944 h 2070201"/>
                <a:gd name="connsiteX9" fmla="*/ 921715 w 1413093"/>
                <a:gd name="connsiteY9" fmla="*/ 929030 h 2070201"/>
                <a:gd name="connsiteX10" fmla="*/ 877824 w 1413093"/>
                <a:gd name="connsiteY10" fmla="*/ 629107 h 2070201"/>
                <a:gd name="connsiteX11" fmla="*/ 709574 w 1413093"/>
                <a:gd name="connsiteY11" fmla="*/ 936345 h 2070201"/>
                <a:gd name="connsiteX12" fmla="*/ 526694 w 1413093"/>
                <a:gd name="connsiteY12" fmla="*/ 0 h 2070201"/>
                <a:gd name="connsiteX13" fmla="*/ 468172 w 1413093"/>
                <a:gd name="connsiteY13" fmla="*/ 1338681 h 2070201"/>
                <a:gd name="connsiteX14" fmla="*/ 321868 w 1413093"/>
                <a:gd name="connsiteY14" fmla="*/ 1287475 h 2070201"/>
                <a:gd name="connsiteX15" fmla="*/ 0 w 1413093"/>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1024128 w 1404608"/>
                <a:gd name="connsiteY8" fmla="*/ 694944 h 2070201"/>
                <a:gd name="connsiteX9" fmla="*/ 921715 w 1404608"/>
                <a:gd name="connsiteY9" fmla="*/ 929030 h 2070201"/>
                <a:gd name="connsiteX10" fmla="*/ 877824 w 1404608"/>
                <a:gd name="connsiteY10" fmla="*/ 629107 h 2070201"/>
                <a:gd name="connsiteX11" fmla="*/ 709574 w 1404608"/>
                <a:gd name="connsiteY11" fmla="*/ 936345 h 2070201"/>
                <a:gd name="connsiteX12" fmla="*/ 526694 w 1404608"/>
                <a:gd name="connsiteY12" fmla="*/ 0 h 2070201"/>
                <a:gd name="connsiteX13" fmla="*/ 468172 w 1404608"/>
                <a:gd name="connsiteY13" fmla="*/ 1338681 h 2070201"/>
                <a:gd name="connsiteX14" fmla="*/ 321868 w 1404608"/>
                <a:gd name="connsiteY14" fmla="*/ 1287475 h 2070201"/>
                <a:gd name="connsiteX15" fmla="*/ 0 w 1404608"/>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1024128 w 1404608"/>
                <a:gd name="connsiteY8" fmla="*/ 694944 h 2070201"/>
                <a:gd name="connsiteX9" fmla="*/ 921715 w 1404608"/>
                <a:gd name="connsiteY9" fmla="*/ 929030 h 2070201"/>
                <a:gd name="connsiteX10" fmla="*/ 877824 w 1404608"/>
                <a:gd name="connsiteY10" fmla="*/ 629107 h 2070201"/>
                <a:gd name="connsiteX11" fmla="*/ 709574 w 1404608"/>
                <a:gd name="connsiteY11" fmla="*/ 936345 h 2070201"/>
                <a:gd name="connsiteX12" fmla="*/ 526694 w 1404608"/>
                <a:gd name="connsiteY12" fmla="*/ 0 h 2070201"/>
                <a:gd name="connsiteX13" fmla="*/ 468172 w 1404608"/>
                <a:gd name="connsiteY13" fmla="*/ 1338681 h 2070201"/>
                <a:gd name="connsiteX14" fmla="*/ 321868 w 1404608"/>
                <a:gd name="connsiteY14" fmla="*/ 1287475 h 2070201"/>
                <a:gd name="connsiteX15" fmla="*/ 0 w 1404608"/>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1024128 w 1404608"/>
                <a:gd name="connsiteY8" fmla="*/ 694944 h 2070201"/>
                <a:gd name="connsiteX9" fmla="*/ 921715 w 1404608"/>
                <a:gd name="connsiteY9" fmla="*/ 929030 h 2070201"/>
                <a:gd name="connsiteX10" fmla="*/ 877824 w 1404608"/>
                <a:gd name="connsiteY10" fmla="*/ 629107 h 2070201"/>
                <a:gd name="connsiteX11" fmla="*/ 709574 w 1404608"/>
                <a:gd name="connsiteY11" fmla="*/ 936345 h 2070201"/>
                <a:gd name="connsiteX12" fmla="*/ 526694 w 1404608"/>
                <a:gd name="connsiteY12" fmla="*/ 0 h 2070201"/>
                <a:gd name="connsiteX13" fmla="*/ 468172 w 1404608"/>
                <a:gd name="connsiteY13" fmla="*/ 1338681 h 2070201"/>
                <a:gd name="connsiteX14" fmla="*/ 321868 w 1404608"/>
                <a:gd name="connsiteY14" fmla="*/ 1287475 h 2070201"/>
                <a:gd name="connsiteX15" fmla="*/ 0 w 1404608"/>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1024128 w 1404608"/>
                <a:gd name="connsiteY8" fmla="*/ 694944 h 2070201"/>
                <a:gd name="connsiteX9" fmla="*/ 921715 w 1404608"/>
                <a:gd name="connsiteY9" fmla="*/ 929030 h 2070201"/>
                <a:gd name="connsiteX10" fmla="*/ 877824 w 1404608"/>
                <a:gd name="connsiteY10" fmla="*/ 629107 h 2070201"/>
                <a:gd name="connsiteX11" fmla="*/ 709574 w 1404608"/>
                <a:gd name="connsiteY11" fmla="*/ 936345 h 2070201"/>
                <a:gd name="connsiteX12" fmla="*/ 526694 w 1404608"/>
                <a:gd name="connsiteY12" fmla="*/ 0 h 2070201"/>
                <a:gd name="connsiteX13" fmla="*/ 468172 w 1404608"/>
                <a:gd name="connsiteY13" fmla="*/ 1338681 h 2070201"/>
                <a:gd name="connsiteX14" fmla="*/ 321868 w 1404608"/>
                <a:gd name="connsiteY14" fmla="*/ 1287475 h 2070201"/>
                <a:gd name="connsiteX15" fmla="*/ 0 w 1404608"/>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980236 w 1404608"/>
                <a:gd name="connsiteY8" fmla="*/ 694944 h 2070201"/>
                <a:gd name="connsiteX9" fmla="*/ 921715 w 1404608"/>
                <a:gd name="connsiteY9" fmla="*/ 929030 h 2070201"/>
                <a:gd name="connsiteX10" fmla="*/ 877824 w 1404608"/>
                <a:gd name="connsiteY10" fmla="*/ 629107 h 2070201"/>
                <a:gd name="connsiteX11" fmla="*/ 709574 w 1404608"/>
                <a:gd name="connsiteY11" fmla="*/ 936345 h 2070201"/>
                <a:gd name="connsiteX12" fmla="*/ 526694 w 1404608"/>
                <a:gd name="connsiteY12" fmla="*/ 0 h 2070201"/>
                <a:gd name="connsiteX13" fmla="*/ 468172 w 1404608"/>
                <a:gd name="connsiteY13" fmla="*/ 1338681 h 2070201"/>
                <a:gd name="connsiteX14" fmla="*/ 321868 w 1404608"/>
                <a:gd name="connsiteY14" fmla="*/ 1287475 h 2070201"/>
                <a:gd name="connsiteX15" fmla="*/ 0 w 1404608"/>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980236 w 1404608"/>
                <a:gd name="connsiteY8" fmla="*/ 694944 h 2070201"/>
                <a:gd name="connsiteX9" fmla="*/ 921715 w 1404608"/>
                <a:gd name="connsiteY9" fmla="*/ 929030 h 2070201"/>
                <a:gd name="connsiteX10" fmla="*/ 877824 w 1404608"/>
                <a:gd name="connsiteY10" fmla="*/ 629107 h 2070201"/>
                <a:gd name="connsiteX11" fmla="*/ 709574 w 1404608"/>
                <a:gd name="connsiteY11" fmla="*/ 936345 h 2070201"/>
                <a:gd name="connsiteX12" fmla="*/ 526694 w 1404608"/>
                <a:gd name="connsiteY12" fmla="*/ 0 h 2070201"/>
                <a:gd name="connsiteX13" fmla="*/ 468172 w 1404608"/>
                <a:gd name="connsiteY13" fmla="*/ 1338681 h 2070201"/>
                <a:gd name="connsiteX14" fmla="*/ 321868 w 1404608"/>
                <a:gd name="connsiteY14" fmla="*/ 1287475 h 2070201"/>
                <a:gd name="connsiteX15" fmla="*/ 0 w 1404608"/>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980236 w 1404608"/>
                <a:gd name="connsiteY8" fmla="*/ 694944 h 2070201"/>
                <a:gd name="connsiteX9" fmla="*/ 921715 w 1404608"/>
                <a:gd name="connsiteY9" fmla="*/ 929030 h 2070201"/>
                <a:gd name="connsiteX10" fmla="*/ 790042 w 1404608"/>
                <a:gd name="connsiteY10" fmla="*/ 599846 h 2070201"/>
                <a:gd name="connsiteX11" fmla="*/ 709574 w 1404608"/>
                <a:gd name="connsiteY11" fmla="*/ 936345 h 2070201"/>
                <a:gd name="connsiteX12" fmla="*/ 526694 w 1404608"/>
                <a:gd name="connsiteY12" fmla="*/ 0 h 2070201"/>
                <a:gd name="connsiteX13" fmla="*/ 468172 w 1404608"/>
                <a:gd name="connsiteY13" fmla="*/ 1338681 h 2070201"/>
                <a:gd name="connsiteX14" fmla="*/ 321868 w 1404608"/>
                <a:gd name="connsiteY14" fmla="*/ 1287475 h 2070201"/>
                <a:gd name="connsiteX15" fmla="*/ 0 w 1404608"/>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980236 w 1404608"/>
                <a:gd name="connsiteY8" fmla="*/ 694944 h 2070201"/>
                <a:gd name="connsiteX9" fmla="*/ 921715 w 1404608"/>
                <a:gd name="connsiteY9" fmla="*/ 929030 h 2070201"/>
                <a:gd name="connsiteX10" fmla="*/ 738836 w 1404608"/>
                <a:gd name="connsiteY10" fmla="*/ 592531 h 2070201"/>
                <a:gd name="connsiteX11" fmla="*/ 709574 w 1404608"/>
                <a:gd name="connsiteY11" fmla="*/ 936345 h 2070201"/>
                <a:gd name="connsiteX12" fmla="*/ 526694 w 1404608"/>
                <a:gd name="connsiteY12" fmla="*/ 0 h 2070201"/>
                <a:gd name="connsiteX13" fmla="*/ 468172 w 1404608"/>
                <a:gd name="connsiteY13" fmla="*/ 1338681 h 2070201"/>
                <a:gd name="connsiteX14" fmla="*/ 321868 w 1404608"/>
                <a:gd name="connsiteY14" fmla="*/ 1287475 h 2070201"/>
                <a:gd name="connsiteX15" fmla="*/ 0 w 1404608"/>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980236 w 1404608"/>
                <a:gd name="connsiteY8" fmla="*/ 694944 h 2070201"/>
                <a:gd name="connsiteX9" fmla="*/ 921715 w 1404608"/>
                <a:gd name="connsiteY9" fmla="*/ 929030 h 2070201"/>
                <a:gd name="connsiteX10" fmla="*/ 738836 w 1404608"/>
                <a:gd name="connsiteY10" fmla="*/ 592531 h 2070201"/>
                <a:gd name="connsiteX11" fmla="*/ 709574 w 1404608"/>
                <a:gd name="connsiteY11" fmla="*/ 936345 h 2070201"/>
                <a:gd name="connsiteX12" fmla="*/ 526694 w 1404608"/>
                <a:gd name="connsiteY12" fmla="*/ 0 h 2070201"/>
                <a:gd name="connsiteX13" fmla="*/ 468172 w 1404608"/>
                <a:gd name="connsiteY13" fmla="*/ 1338681 h 2070201"/>
                <a:gd name="connsiteX14" fmla="*/ 321868 w 1404608"/>
                <a:gd name="connsiteY14" fmla="*/ 1287475 h 2070201"/>
                <a:gd name="connsiteX15" fmla="*/ 0 w 1404608"/>
                <a:gd name="connsiteY15" fmla="*/ 1053388 h 2070201"/>
                <a:gd name="connsiteX0" fmla="*/ 0 w 1404608"/>
                <a:gd name="connsiteY0" fmla="*/ 1053388 h 2070201"/>
                <a:gd name="connsiteX1" fmla="*/ 124358 w 1404608"/>
                <a:gd name="connsiteY1" fmla="*/ 1382572 h 2070201"/>
                <a:gd name="connsiteX2" fmla="*/ 292608 w 1404608"/>
                <a:gd name="connsiteY2" fmla="*/ 1741017 h 2070201"/>
                <a:gd name="connsiteX3" fmla="*/ 687628 w 1404608"/>
                <a:gd name="connsiteY3" fmla="*/ 2070201 h 2070201"/>
                <a:gd name="connsiteX4" fmla="*/ 1294790 w 1404608"/>
                <a:gd name="connsiteY4" fmla="*/ 2055571 h 2070201"/>
                <a:gd name="connsiteX5" fmla="*/ 1404518 w 1404608"/>
                <a:gd name="connsiteY5" fmla="*/ 1155801 h 2070201"/>
                <a:gd name="connsiteX6" fmla="*/ 1221638 w 1404608"/>
                <a:gd name="connsiteY6" fmla="*/ 768096 h 2070201"/>
                <a:gd name="connsiteX7" fmla="*/ 1177747 w 1404608"/>
                <a:gd name="connsiteY7" fmla="*/ 965606 h 2070201"/>
                <a:gd name="connsiteX8" fmla="*/ 980236 w 1404608"/>
                <a:gd name="connsiteY8" fmla="*/ 694944 h 2070201"/>
                <a:gd name="connsiteX9" fmla="*/ 921715 w 1404608"/>
                <a:gd name="connsiteY9" fmla="*/ 929030 h 2070201"/>
                <a:gd name="connsiteX10" fmla="*/ 738836 w 1404608"/>
                <a:gd name="connsiteY10" fmla="*/ 592531 h 2070201"/>
                <a:gd name="connsiteX11" fmla="*/ 709574 w 1404608"/>
                <a:gd name="connsiteY11" fmla="*/ 936345 h 2070201"/>
                <a:gd name="connsiteX12" fmla="*/ 702259 w 1404608"/>
                <a:gd name="connsiteY12" fmla="*/ 629107 h 2070201"/>
                <a:gd name="connsiteX13" fmla="*/ 526694 w 1404608"/>
                <a:gd name="connsiteY13" fmla="*/ 0 h 2070201"/>
                <a:gd name="connsiteX14" fmla="*/ 468172 w 1404608"/>
                <a:gd name="connsiteY14" fmla="*/ 1338681 h 2070201"/>
                <a:gd name="connsiteX15" fmla="*/ 321868 w 1404608"/>
                <a:gd name="connsiteY15" fmla="*/ 1287475 h 2070201"/>
                <a:gd name="connsiteX16" fmla="*/ 0 w 1404608"/>
                <a:gd name="connsiteY16" fmla="*/ 1053388 h 2070201"/>
                <a:gd name="connsiteX0" fmla="*/ 0 w 1404608"/>
                <a:gd name="connsiteY0" fmla="*/ 1056935 h 2073748"/>
                <a:gd name="connsiteX1" fmla="*/ 124358 w 1404608"/>
                <a:gd name="connsiteY1" fmla="*/ 1386119 h 2073748"/>
                <a:gd name="connsiteX2" fmla="*/ 292608 w 1404608"/>
                <a:gd name="connsiteY2" fmla="*/ 1744564 h 2073748"/>
                <a:gd name="connsiteX3" fmla="*/ 687628 w 1404608"/>
                <a:gd name="connsiteY3" fmla="*/ 2073748 h 2073748"/>
                <a:gd name="connsiteX4" fmla="*/ 1294790 w 1404608"/>
                <a:gd name="connsiteY4" fmla="*/ 2059118 h 2073748"/>
                <a:gd name="connsiteX5" fmla="*/ 1404518 w 1404608"/>
                <a:gd name="connsiteY5" fmla="*/ 1159348 h 2073748"/>
                <a:gd name="connsiteX6" fmla="*/ 1221638 w 1404608"/>
                <a:gd name="connsiteY6" fmla="*/ 771643 h 2073748"/>
                <a:gd name="connsiteX7" fmla="*/ 1177747 w 1404608"/>
                <a:gd name="connsiteY7" fmla="*/ 969153 h 2073748"/>
                <a:gd name="connsiteX8" fmla="*/ 980236 w 1404608"/>
                <a:gd name="connsiteY8" fmla="*/ 698491 h 2073748"/>
                <a:gd name="connsiteX9" fmla="*/ 921715 w 1404608"/>
                <a:gd name="connsiteY9" fmla="*/ 932577 h 2073748"/>
                <a:gd name="connsiteX10" fmla="*/ 738836 w 1404608"/>
                <a:gd name="connsiteY10" fmla="*/ 596078 h 2073748"/>
                <a:gd name="connsiteX11" fmla="*/ 709574 w 1404608"/>
                <a:gd name="connsiteY11" fmla="*/ 939892 h 2073748"/>
                <a:gd name="connsiteX12" fmla="*/ 526694 w 1404608"/>
                <a:gd name="connsiteY12" fmla="*/ 3547 h 2073748"/>
                <a:gd name="connsiteX13" fmla="*/ 468172 w 1404608"/>
                <a:gd name="connsiteY13" fmla="*/ 1342228 h 2073748"/>
                <a:gd name="connsiteX14" fmla="*/ 321868 w 1404608"/>
                <a:gd name="connsiteY14" fmla="*/ 1291022 h 2073748"/>
                <a:gd name="connsiteX15" fmla="*/ 0 w 1404608"/>
                <a:gd name="connsiteY15" fmla="*/ 1056935 h 2073748"/>
                <a:gd name="connsiteX0" fmla="*/ 0 w 1404608"/>
                <a:gd name="connsiteY0" fmla="*/ 1056935 h 2073748"/>
                <a:gd name="connsiteX1" fmla="*/ 124358 w 1404608"/>
                <a:gd name="connsiteY1" fmla="*/ 1386119 h 2073748"/>
                <a:gd name="connsiteX2" fmla="*/ 292608 w 1404608"/>
                <a:gd name="connsiteY2" fmla="*/ 1744564 h 2073748"/>
                <a:gd name="connsiteX3" fmla="*/ 687628 w 1404608"/>
                <a:gd name="connsiteY3" fmla="*/ 2073748 h 2073748"/>
                <a:gd name="connsiteX4" fmla="*/ 1294790 w 1404608"/>
                <a:gd name="connsiteY4" fmla="*/ 2059118 h 2073748"/>
                <a:gd name="connsiteX5" fmla="*/ 1404518 w 1404608"/>
                <a:gd name="connsiteY5" fmla="*/ 1159348 h 2073748"/>
                <a:gd name="connsiteX6" fmla="*/ 1221638 w 1404608"/>
                <a:gd name="connsiteY6" fmla="*/ 771643 h 2073748"/>
                <a:gd name="connsiteX7" fmla="*/ 1177747 w 1404608"/>
                <a:gd name="connsiteY7" fmla="*/ 969153 h 2073748"/>
                <a:gd name="connsiteX8" fmla="*/ 980236 w 1404608"/>
                <a:gd name="connsiteY8" fmla="*/ 698491 h 2073748"/>
                <a:gd name="connsiteX9" fmla="*/ 921715 w 1404608"/>
                <a:gd name="connsiteY9" fmla="*/ 932577 h 2073748"/>
                <a:gd name="connsiteX10" fmla="*/ 738836 w 1404608"/>
                <a:gd name="connsiteY10" fmla="*/ 596078 h 2073748"/>
                <a:gd name="connsiteX11" fmla="*/ 709574 w 1404608"/>
                <a:gd name="connsiteY11" fmla="*/ 939892 h 2073748"/>
                <a:gd name="connsiteX12" fmla="*/ 526694 w 1404608"/>
                <a:gd name="connsiteY12" fmla="*/ 3547 h 2073748"/>
                <a:gd name="connsiteX13" fmla="*/ 468172 w 1404608"/>
                <a:gd name="connsiteY13" fmla="*/ 1342228 h 2073748"/>
                <a:gd name="connsiteX14" fmla="*/ 321868 w 1404608"/>
                <a:gd name="connsiteY14" fmla="*/ 1291022 h 2073748"/>
                <a:gd name="connsiteX15" fmla="*/ 0 w 1404608"/>
                <a:gd name="connsiteY15" fmla="*/ 1056935 h 2073748"/>
                <a:gd name="connsiteX0" fmla="*/ 0 w 1404608"/>
                <a:gd name="connsiteY0" fmla="*/ 1056935 h 2073748"/>
                <a:gd name="connsiteX1" fmla="*/ 124358 w 1404608"/>
                <a:gd name="connsiteY1" fmla="*/ 1386119 h 2073748"/>
                <a:gd name="connsiteX2" fmla="*/ 292608 w 1404608"/>
                <a:gd name="connsiteY2" fmla="*/ 1744564 h 2073748"/>
                <a:gd name="connsiteX3" fmla="*/ 687628 w 1404608"/>
                <a:gd name="connsiteY3" fmla="*/ 2073748 h 2073748"/>
                <a:gd name="connsiteX4" fmla="*/ 1294790 w 1404608"/>
                <a:gd name="connsiteY4" fmla="*/ 2059118 h 2073748"/>
                <a:gd name="connsiteX5" fmla="*/ 1404518 w 1404608"/>
                <a:gd name="connsiteY5" fmla="*/ 1159348 h 2073748"/>
                <a:gd name="connsiteX6" fmla="*/ 1221638 w 1404608"/>
                <a:gd name="connsiteY6" fmla="*/ 771643 h 2073748"/>
                <a:gd name="connsiteX7" fmla="*/ 1177747 w 1404608"/>
                <a:gd name="connsiteY7" fmla="*/ 969153 h 2073748"/>
                <a:gd name="connsiteX8" fmla="*/ 980236 w 1404608"/>
                <a:gd name="connsiteY8" fmla="*/ 698491 h 2073748"/>
                <a:gd name="connsiteX9" fmla="*/ 921715 w 1404608"/>
                <a:gd name="connsiteY9" fmla="*/ 932577 h 2073748"/>
                <a:gd name="connsiteX10" fmla="*/ 738836 w 1404608"/>
                <a:gd name="connsiteY10" fmla="*/ 596078 h 2073748"/>
                <a:gd name="connsiteX11" fmla="*/ 709574 w 1404608"/>
                <a:gd name="connsiteY11" fmla="*/ 939892 h 2073748"/>
                <a:gd name="connsiteX12" fmla="*/ 526694 w 1404608"/>
                <a:gd name="connsiteY12" fmla="*/ 3547 h 2073748"/>
                <a:gd name="connsiteX13" fmla="*/ 468172 w 1404608"/>
                <a:gd name="connsiteY13" fmla="*/ 1342228 h 2073748"/>
                <a:gd name="connsiteX14" fmla="*/ 321868 w 1404608"/>
                <a:gd name="connsiteY14" fmla="*/ 1291022 h 2073748"/>
                <a:gd name="connsiteX15" fmla="*/ 0 w 1404608"/>
                <a:gd name="connsiteY15" fmla="*/ 1056935 h 2073748"/>
                <a:gd name="connsiteX0" fmla="*/ 0 w 1404608"/>
                <a:gd name="connsiteY0" fmla="*/ 1058942 h 2075755"/>
                <a:gd name="connsiteX1" fmla="*/ 124358 w 1404608"/>
                <a:gd name="connsiteY1" fmla="*/ 1388126 h 2075755"/>
                <a:gd name="connsiteX2" fmla="*/ 292608 w 1404608"/>
                <a:gd name="connsiteY2" fmla="*/ 1746571 h 2075755"/>
                <a:gd name="connsiteX3" fmla="*/ 687628 w 1404608"/>
                <a:gd name="connsiteY3" fmla="*/ 2075755 h 2075755"/>
                <a:gd name="connsiteX4" fmla="*/ 1294790 w 1404608"/>
                <a:gd name="connsiteY4" fmla="*/ 2061125 h 2075755"/>
                <a:gd name="connsiteX5" fmla="*/ 1404518 w 1404608"/>
                <a:gd name="connsiteY5" fmla="*/ 1161355 h 2075755"/>
                <a:gd name="connsiteX6" fmla="*/ 1221638 w 1404608"/>
                <a:gd name="connsiteY6" fmla="*/ 773650 h 2075755"/>
                <a:gd name="connsiteX7" fmla="*/ 1177747 w 1404608"/>
                <a:gd name="connsiteY7" fmla="*/ 971160 h 2075755"/>
                <a:gd name="connsiteX8" fmla="*/ 980236 w 1404608"/>
                <a:gd name="connsiteY8" fmla="*/ 700498 h 2075755"/>
                <a:gd name="connsiteX9" fmla="*/ 921715 w 1404608"/>
                <a:gd name="connsiteY9" fmla="*/ 934584 h 2075755"/>
                <a:gd name="connsiteX10" fmla="*/ 738836 w 1404608"/>
                <a:gd name="connsiteY10" fmla="*/ 598085 h 2075755"/>
                <a:gd name="connsiteX11" fmla="*/ 709574 w 1404608"/>
                <a:gd name="connsiteY11" fmla="*/ 941899 h 2075755"/>
                <a:gd name="connsiteX12" fmla="*/ 526694 w 1404608"/>
                <a:gd name="connsiteY12" fmla="*/ 5554 h 2075755"/>
                <a:gd name="connsiteX13" fmla="*/ 468172 w 1404608"/>
                <a:gd name="connsiteY13" fmla="*/ 1344235 h 2075755"/>
                <a:gd name="connsiteX14" fmla="*/ 321868 w 1404608"/>
                <a:gd name="connsiteY14" fmla="*/ 1293029 h 2075755"/>
                <a:gd name="connsiteX15" fmla="*/ 0 w 1404608"/>
                <a:gd name="connsiteY15" fmla="*/ 1058942 h 2075755"/>
                <a:gd name="connsiteX0" fmla="*/ 0 w 1404608"/>
                <a:gd name="connsiteY0" fmla="*/ 1029958 h 2046771"/>
                <a:gd name="connsiteX1" fmla="*/ 124358 w 1404608"/>
                <a:gd name="connsiteY1" fmla="*/ 1359142 h 2046771"/>
                <a:gd name="connsiteX2" fmla="*/ 292608 w 1404608"/>
                <a:gd name="connsiteY2" fmla="*/ 1717587 h 2046771"/>
                <a:gd name="connsiteX3" fmla="*/ 687628 w 1404608"/>
                <a:gd name="connsiteY3" fmla="*/ 2046771 h 2046771"/>
                <a:gd name="connsiteX4" fmla="*/ 1294790 w 1404608"/>
                <a:gd name="connsiteY4" fmla="*/ 2032141 h 2046771"/>
                <a:gd name="connsiteX5" fmla="*/ 1404518 w 1404608"/>
                <a:gd name="connsiteY5" fmla="*/ 1132371 h 2046771"/>
                <a:gd name="connsiteX6" fmla="*/ 1221638 w 1404608"/>
                <a:gd name="connsiteY6" fmla="*/ 744666 h 2046771"/>
                <a:gd name="connsiteX7" fmla="*/ 1177747 w 1404608"/>
                <a:gd name="connsiteY7" fmla="*/ 942176 h 2046771"/>
                <a:gd name="connsiteX8" fmla="*/ 980236 w 1404608"/>
                <a:gd name="connsiteY8" fmla="*/ 671514 h 2046771"/>
                <a:gd name="connsiteX9" fmla="*/ 921715 w 1404608"/>
                <a:gd name="connsiteY9" fmla="*/ 905600 h 2046771"/>
                <a:gd name="connsiteX10" fmla="*/ 738836 w 1404608"/>
                <a:gd name="connsiteY10" fmla="*/ 569101 h 2046771"/>
                <a:gd name="connsiteX11" fmla="*/ 709574 w 1404608"/>
                <a:gd name="connsiteY11" fmla="*/ 912915 h 2046771"/>
                <a:gd name="connsiteX12" fmla="*/ 526694 w 1404608"/>
                <a:gd name="connsiteY12" fmla="*/ 5831 h 2046771"/>
                <a:gd name="connsiteX13" fmla="*/ 468172 w 1404608"/>
                <a:gd name="connsiteY13" fmla="*/ 1315251 h 2046771"/>
                <a:gd name="connsiteX14" fmla="*/ 321868 w 1404608"/>
                <a:gd name="connsiteY14" fmla="*/ 1264045 h 2046771"/>
                <a:gd name="connsiteX15" fmla="*/ 0 w 1404608"/>
                <a:gd name="connsiteY15" fmla="*/ 1029958 h 2046771"/>
                <a:gd name="connsiteX0" fmla="*/ 0 w 1404608"/>
                <a:gd name="connsiteY0" fmla="*/ 1024127 h 2040940"/>
                <a:gd name="connsiteX1" fmla="*/ 124358 w 1404608"/>
                <a:gd name="connsiteY1" fmla="*/ 1353311 h 2040940"/>
                <a:gd name="connsiteX2" fmla="*/ 292608 w 1404608"/>
                <a:gd name="connsiteY2" fmla="*/ 1711756 h 2040940"/>
                <a:gd name="connsiteX3" fmla="*/ 687628 w 1404608"/>
                <a:gd name="connsiteY3" fmla="*/ 2040940 h 2040940"/>
                <a:gd name="connsiteX4" fmla="*/ 1294790 w 1404608"/>
                <a:gd name="connsiteY4" fmla="*/ 2026310 h 2040940"/>
                <a:gd name="connsiteX5" fmla="*/ 1404518 w 1404608"/>
                <a:gd name="connsiteY5" fmla="*/ 1126540 h 2040940"/>
                <a:gd name="connsiteX6" fmla="*/ 1221638 w 1404608"/>
                <a:gd name="connsiteY6" fmla="*/ 738835 h 2040940"/>
                <a:gd name="connsiteX7" fmla="*/ 1177747 w 1404608"/>
                <a:gd name="connsiteY7" fmla="*/ 936345 h 2040940"/>
                <a:gd name="connsiteX8" fmla="*/ 980236 w 1404608"/>
                <a:gd name="connsiteY8" fmla="*/ 665683 h 2040940"/>
                <a:gd name="connsiteX9" fmla="*/ 921715 w 1404608"/>
                <a:gd name="connsiteY9" fmla="*/ 899769 h 2040940"/>
                <a:gd name="connsiteX10" fmla="*/ 738836 w 1404608"/>
                <a:gd name="connsiteY10" fmla="*/ 563270 h 2040940"/>
                <a:gd name="connsiteX11" fmla="*/ 709574 w 1404608"/>
                <a:gd name="connsiteY11" fmla="*/ 907084 h 2040940"/>
                <a:gd name="connsiteX12" fmla="*/ 526694 w 1404608"/>
                <a:gd name="connsiteY12" fmla="*/ 0 h 2040940"/>
                <a:gd name="connsiteX13" fmla="*/ 468172 w 1404608"/>
                <a:gd name="connsiteY13" fmla="*/ 1309420 h 2040940"/>
                <a:gd name="connsiteX14" fmla="*/ 321868 w 1404608"/>
                <a:gd name="connsiteY14" fmla="*/ 1258214 h 2040940"/>
                <a:gd name="connsiteX15" fmla="*/ 0 w 1404608"/>
                <a:gd name="connsiteY15" fmla="*/ 1024127 h 2040940"/>
                <a:gd name="connsiteX0" fmla="*/ 0 w 1404608"/>
                <a:gd name="connsiteY0" fmla="*/ 1024614 h 2041427"/>
                <a:gd name="connsiteX1" fmla="*/ 124358 w 1404608"/>
                <a:gd name="connsiteY1" fmla="*/ 1353798 h 2041427"/>
                <a:gd name="connsiteX2" fmla="*/ 292608 w 1404608"/>
                <a:gd name="connsiteY2" fmla="*/ 1712243 h 2041427"/>
                <a:gd name="connsiteX3" fmla="*/ 687628 w 1404608"/>
                <a:gd name="connsiteY3" fmla="*/ 2041427 h 2041427"/>
                <a:gd name="connsiteX4" fmla="*/ 1294790 w 1404608"/>
                <a:gd name="connsiteY4" fmla="*/ 2026797 h 2041427"/>
                <a:gd name="connsiteX5" fmla="*/ 1404518 w 1404608"/>
                <a:gd name="connsiteY5" fmla="*/ 1127027 h 2041427"/>
                <a:gd name="connsiteX6" fmla="*/ 1221638 w 1404608"/>
                <a:gd name="connsiteY6" fmla="*/ 739322 h 2041427"/>
                <a:gd name="connsiteX7" fmla="*/ 1177747 w 1404608"/>
                <a:gd name="connsiteY7" fmla="*/ 936832 h 2041427"/>
                <a:gd name="connsiteX8" fmla="*/ 980236 w 1404608"/>
                <a:gd name="connsiteY8" fmla="*/ 666170 h 2041427"/>
                <a:gd name="connsiteX9" fmla="*/ 921715 w 1404608"/>
                <a:gd name="connsiteY9" fmla="*/ 900256 h 2041427"/>
                <a:gd name="connsiteX10" fmla="*/ 738836 w 1404608"/>
                <a:gd name="connsiteY10" fmla="*/ 563757 h 2041427"/>
                <a:gd name="connsiteX11" fmla="*/ 709574 w 1404608"/>
                <a:gd name="connsiteY11" fmla="*/ 907571 h 2041427"/>
                <a:gd name="connsiteX12" fmla="*/ 526694 w 1404608"/>
                <a:gd name="connsiteY12" fmla="*/ 487 h 2041427"/>
                <a:gd name="connsiteX13" fmla="*/ 468172 w 1404608"/>
                <a:gd name="connsiteY13" fmla="*/ 1309907 h 2041427"/>
                <a:gd name="connsiteX14" fmla="*/ 321868 w 1404608"/>
                <a:gd name="connsiteY14" fmla="*/ 1258701 h 2041427"/>
                <a:gd name="connsiteX15" fmla="*/ 0 w 1404608"/>
                <a:gd name="connsiteY15" fmla="*/ 1024614 h 2041427"/>
                <a:gd name="connsiteX0" fmla="*/ 0 w 1404608"/>
                <a:gd name="connsiteY0" fmla="*/ 1024614 h 2041427"/>
                <a:gd name="connsiteX1" fmla="*/ 124358 w 1404608"/>
                <a:gd name="connsiteY1" fmla="*/ 1353798 h 2041427"/>
                <a:gd name="connsiteX2" fmla="*/ 292608 w 1404608"/>
                <a:gd name="connsiteY2" fmla="*/ 1712243 h 2041427"/>
                <a:gd name="connsiteX3" fmla="*/ 687628 w 1404608"/>
                <a:gd name="connsiteY3" fmla="*/ 2041427 h 2041427"/>
                <a:gd name="connsiteX4" fmla="*/ 1294790 w 1404608"/>
                <a:gd name="connsiteY4" fmla="*/ 2026797 h 2041427"/>
                <a:gd name="connsiteX5" fmla="*/ 1404518 w 1404608"/>
                <a:gd name="connsiteY5" fmla="*/ 1127027 h 2041427"/>
                <a:gd name="connsiteX6" fmla="*/ 1221638 w 1404608"/>
                <a:gd name="connsiteY6" fmla="*/ 739322 h 2041427"/>
                <a:gd name="connsiteX7" fmla="*/ 1177747 w 1404608"/>
                <a:gd name="connsiteY7" fmla="*/ 936832 h 2041427"/>
                <a:gd name="connsiteX8" fmla="*/ 980236 w 1404608"/>
                <a:gd name="connsiteY8" fmla="*/ 666170 h 2041427"/>
                <a:gd name="connsiteX9" fmla="*/ 921715 w 1404608"/>
                <a:gd name="connsiteY9" fmla="*/ 900256 h 2041427"/>
                <a:gd name="connsiteX10" fmla="*/ 738836 w 1404608"/>
                <a:gd name="connsiteY10" fmla="*/ 563757 h 2041427"/>
                <a:gd name="connsiteX11" fmla="*/ 709574 w 1404608"/>
                <a:gd name="connsiteY11" fmla="*/ 907571 h 2041427"/>
                <a:gd name="connsiteX12" fmla="*/ 526694 w 1404608"/>
                <a:gd name="connsiteY12" fmla="*/ 487 h 2041427"/>
                <a:gd name="connsiteX13" fmla="*/ 468172 w 1404608"/>
                <a:gd name="connsiteY13" fmla="*/ 1309907 h 2041427"/>
                <a:gd name="connsiteX14" fmla="*/ 321868 w 1404608"/>
                <a:gd name="connsiteY14" fmla="*/ 1258701 h 2041427"/>
                <a:gd name="connsiteX15" fmla="*/ 0 w 1404608"/>
                <a:gd name="connsiteY15" fmla="*/ 1024614 h 2041427"/>
                <a:gd name="connsiteX0" fmla="*/ 0 w 1404608"/>
                <a:gd name="connsiteY0" fmla="*/ 1024370 h 2041183"/>
                <a:gd name="connsiteX1" fmla="*/ 124358 w 1404608"/>
                <a:gd name="connsiteY1" fmla="*/ 1353554 h 2041183"/>
                <a:gd name="connsiteX2" fmla="*/ 292608 w 1404608"/>
                <a:gd name="connsiteY2" fmla="*/ 1711999 h 2041183"/>
                <a:gd name="connsiteX3" fmla="*/ 687628 w 1404608"/>
                <a:gd name="connsiteY3" fmla="*/ 2041183 h 2041183"/>
                <a:gd name="connsiteX4" fmla="*/ 1294790 w 1404608"/>
                <a:gd name="connsiteY4" fmla="*/ 2026553 h 2041183"/>
                <a:gd name="connsiteX5" fmla="*/ 1404518 w 1404608"/>
                <a:gd name="connsiteY5" fmla="*/ 1126783 h 2041183"/>
                <a:gd name="connsiteX6" fmla="*/ 1221638 w 1404608"/>
                <a:gd name="connsiteY6" fmla="*/ 739078 h 2041183"/>
                <a:gd name="connsiteX7" fmla="*/ 1177747 w 1404608"/>
                <a:gd name="connsiteY7" fmla="*/ 936588 h 2041183"/>
                <a:gd name="connsiteX8" fmla="*/ 980236 w 1404608"/>
                <a:gd name="connsiteY8" fmla="*/ 665926 h 2041183"/>
                <a:gd name="connsiteX9" fmla="*/ 921715 w 1404608"/>
                <a:gd name="connsiteY9" fmla="*/ 900012 h 2041183"/>
                <a:gd name="connsiteX10" fmla="*/ 738836 w 1404608"/>
                <a:gd name="connsiteY10" fmla="*/ 563513 h 2041183"/>
                <a:gd name="connsiteX11" fmla="*/ 709574 w 1404608"/>
                <a:gd name="connsiteY11" fmla="*/ 907327 h 2041183"/>
                <a:gd name="connsiteX12" fmla="*/ 526694 w 1404608"/>
                <a:gd name="connsiteY12" fmla="*/ 243 h 2041183"/>
                <a:gd name="connsiteX13" fmla="*/ 468172 w 1404608"/>
                <a:gd name="connsiteY13" fmla="*/ 1309663 h 2041183"/>
                <a:gd name="connsiteX14" fmla="*/ 321868 w 1404608"/>
                <a:gd name="connsiteY14" fmla="*/ 1258457 h 2041183"/>
                <a:gd name="connsiteX15" fmla="*/ 0 w 1404608"/>
                <a:gd name="connsiteY15" fmla="*/ 1024370 h 2041183"/>
                <a:gd name="connsiteX0" fmla="*/ 0 w 1404608"/>
                <a:gd name="connsiteY0" fmla="*/ 1024383 h 2041196"/>
                <a:gd name="connsiteX1" fmla="*/ 124358 w 1404608"/>
                <a:gd name="connsiteY1" fmla="*/ 1353567 h 2041196"/>
                <a:gd name="connsiteX2" fmla="*/ 292608 w 1404608"/>
                <a:gd name="connsiteY2" fmla="*/ 1712012 h 2041196"/>
                <a:gd name="connsiteX3" fmla="*/ 687628 w 1404608"/>
                <a:gd name="connsiteY3" fmla="*/ 2041196 h 2041196"/>
                <a:gd name="connsiteX4" fmla="*/ 1294790 w 1404608"/>
                <a:gd name="connsiteY4" fmla="*/ 2026566 h 2041196"/>
                <a:gd name="connsiteX5" fmla="*/ 1404518 w 1404608"/>
                <a:gd name="connsiteY5" fmla="*/ 1126796 h 2041196"/>
                <a:gd name="connsiteX6" fmla="*/ 1221638 w 1404608"/>
                <a:gd name="connsiteY6" fmla="*/ 739091 h 2041196"/>
                <a:gd name="connsiteX7" fmla="*/ 1177747 w 1404608"/>
                <a:gd name="connsiteY7" fmla="*/ 936601 h 2041196"/>
                <a:gd name="connsiteX8" fmla="*/ 980236 w 1404608"/>
                <a:gd name="connsiteY8" fmla="*/ 665939 h 2041196"/>
                <a:gd name="connsiteX9" fmla="*/ 921715 w 1404608"/>
                <a:gd name="connsiteY9" fmla="*/ 900025 h 2041196"/>
                <a:gd name="connsiteX10" fmla="*/ 738836 w 1404608"/>
                <a:gd name="connsiteY10" fmla="*/ 563526 h 2041196"/>
                <a:gd name="connsiteX11" fmla="*/ 709574 w 1404608"/>
                <a:gd name="connsiteY11" fmla="*/ 907340 h 2041196"/>
                <a:gd name="connsiteX12" fmla="*/ 526694 w 1404608"/>
                <a:gd name="connsiteY12" fmla="*/ 256 h 2041196"/>
                <a:gd name="connsiteX13" fmla="*/ 453541 w 1404608"/>
                <a:gd name="connsiteY13" fmla="*/ 1258469 h 2041196"/>
                <a:gd name="connsiteX14" fmla="*/ 321868 w 1404608"/>
                <a:gd name="connsiteY14" fmla="*/ 1258470 h 2041196"/>
                <a:gd name="connsiteX15" fmla="*/ 0 w 1404608"/>
                <a:gd name="connsiteY15" fmla="*/ 1024383 h 2041196"/>
                <a:gd name="connsiteX0" fmla="*/ 0 w 1404608"/>
                <a:gd name="connsiteY0" fmla="*/ 1024383 h 2041196"/>
                <a:gd name="connsiteX1" fmla="*/ 124358 w 1404608"/>
                <a:gd name="connsiteY1" fmla="*/ 1353567 h 2041196"/>
                <a:gd name="connsiteX2" fmla="*/ 292608 w 1404608"/>
                <a:gd name="connsiteY2" fmla="*/ 1712012 h 2041196"/>
                <a:gd name="connsiteX3" fmla="*/ 687628 w 1404608"/>
                <a:gd name="connsiteY3" fmla="*/ 2041196 h 2041196"/>
                <a:gd name="connsiteX4" fmla="*/ 1294790 w 1404608"/>
                <a:gd name="connsiteY4" fmla="*/ 2026566 h 2041196"/>
                <a:gd name="connsiteX5" fmla="*/ 1404518 w 1404608"/>
                <a:gd name="connsiteY5" fmla="*/ 1126796 h 2041196"/>
                <a:gd name="connsiteX6" fmla="*/ 1221638 w 1404608"/>
                <a:gd name="connsiteY6" fmla="*/ 739091 h 2041196"/>
                <a:gd name="connsiteX7" fmla="*/ 1177747 w 1404608"/>
                <a:gd name="connsiteY7" fmla="*/ 936601 h 2041196"/>
                <a:gd name="connsiteX8" fmla="*/ 980236 w 1404608"/>
                <a:gd name="connsiteY8" fmla="*/ 665939 h 2041196"/>
                <a:gd name="connsiteX9" fmla="*/ 921715 w 1404608"/>
                <a:gd name="connsiteY9" fmla="*/ 900025 h 2041196"/>
                <a:gd name="connsiteX10" fmla="*/ 738836 w 1404608"/>
                <a:gd name="connsiteY10" fmla="*/ 563526 h 2041196"/>
                <a:gd name="connsiteX11" fmla="*/ 709574 w 1404608"/>
                <a:gd name="connsiteY11" fmla="*/ 907340 h 2041196"/>
                <a:gd name="connsiteX12" fmla="*/ 526694 w 1404608"/>
                <a:gd name="connsiteY12" fmla="*/ 256 h 2041196"/>
                <a:gd name="connsiteX13" fmla="*/ 453541 w 1404608"/>
                <a:gd name="connsiteY13" fmla="*/ 1258469 h 2041196"/>
                <a:gd name="connsiteX14" fmla="*/ 321868 w 1404608"/>
                <a:gd name="connsiteY14" fmla="*/ 1258470 h 2041196"/>
                <a:gd name="connsiteX15" fmla="*/ 0 w 1404608"/>
                <a:gd name="connsiteY15" fmla="*/ 1024383 h 2041196"/>
                <a:gd name="connsiteX0" fmla="*/ 0 w 1404608"/>
                <a:gd name="connsiteY0" fmla="*/ 1024369 h 2041182"/>
                <a:gd name="connsiteX1" fmla="*/ 124358 w 1404608"/>
                <a:gd name="connsiteY1" fmla="*/ 1353553 h 2041182"/>
                <a:gd name="connsiteX2" fmla="*/ 292608 w 1404608"/>
                <a:gd name="connsiteY2" fmla="*/ 1711998 h 2041182"/>
                <a:gd name="connsiteX3" fmla="*/ 687628 w 1404608"/>
                <a:gd name="connsiteY3" fmla="*/ 2041182 h 2041182"/>
                <a:gd name="connsiteX4" fmla="*/ 1294790 w 1404608"/>
                <a:gd name="connsiteY4" fmla="*/ 2026552 h 2041182"/>
                <a:gd name="connsiteX5" fmla="*/ 1404518 w 1404608"/>
                <a:gd name="connsiteY5" fmla="*/ 1126782 h 2041182"/>
                <a:gd name="connsiteX6" fmla="*/ 1221638 w 1404608"/>
                <a:gd name="connsiteY6" fmla="*/ 739077 h 2041182"/>
                <a:gd name="connsiteX7" fmla="*/ 1177747 w 1404608"/>
                <a:gd name="connsiteY7" fmla="*/ 936587 h 2041182"/>
                <a:gd name="connsiteX8" fmla="*/ 980236 w 1404608"/>
                <a:gd name="connsiteY8" fmla="*/ 665925 h 2041182"/>
                <a:gd name="connsiteX9" fmla="*/ 921715 w 1404608"/>
                <a:gd name="connsiteY9" fmla="*/ 900011 h 2041182"/>
                <a:gd name="connsiteX10" fmla="*/ 738836 w 1404608"/>
                <a:gd name="connsiteY10" fmla="*/ 563512 h 2041182"/>
                <a:gd name="connsiteX11" fmla="*/ 709574 w 1404608"/>
                <a:gd name="connsiteY11" fmla="*/ 907326 h 2041182"/>
                <a:gd name="connsiteX12" fmla="*/ 526694 w 1404608"/>
                <a:gd name="connsiteY12" fmla="*/ 242 h 2041182"/>
                <a:gd name="connsiteX13" fmla="*/ 456712 w 1404608"/>
                <a:gd name="connsiteY13" fmla="*/ 1312361 h 2041182"/>
                <a:gd name="connsiteX14" fmla="*/ 321868 w 1404608"/>
                <a:gd name="connsiteY14" fmla="*/ 1258456 h 2041182"/>
                <a:gd name="connsiteX15" fmla="*/ 0 w 1404608"/>
                <a:gd name="connsiteY15" fmla="*/ 1024369 h 2041182"/>
                <a:gd name="connsiteX0" fmla="*/ 0 w 1404608"/>
                <a:gd name="connsiteY0" fmla="*/ 1024369 h 2041182"/>
                <a:gd name="connsiteX1" fmla="*/ 124358 w 1404608"/>
                <a:gd name="connsiteY1" fmla="*/ 1353553 h 2041182"/>
                <a:gd name="connsiteX2" fmla="*/ 292608 w 1404608"/>
                <a:gd name="connsiteY2" fmla="*/ 1711998 h 2041182"/>
                <a:gd name="connsiteX3" fmla="*/ 687628 w 1404608"/>
                <a:gd name="connsiteY3" fmla="*/ 2041182 h 2041182"/>
                <a:gd name="connsiteX4" fmla="*/ 1294790 w 1404608"/>
                <a:gd name="connsiteY4" fmla="*/ 2026552 h 2041182"/>
                <a:gd name="connsiteX5" fmla="*/ 1404518 w 1404608"/>
                <a:gd name="connsiteY5" fmla="*/ 1126782 h 2041182"/>
                <a:gd name="connsiteX6" fmla="*/ 1221638 w 1404608"/>
                <a:gd name="connsiteY6" fmla="*/ 739077 h 2041182"/>
                <a:gd name="connsiteX7" fmla="*/ 1177747 w 1404608"/>
                <a:gd name="connsiteY7" fmla="*/ 936587 h 2041182"/>
                <a:gd name="connsiteX8" fmla="*/ 980236 w 1404608"/>
                <a:gd name="connsiteY8" fmla="*/ 665925 h 2041182"/>
                <a:gd name="connsiteX9" fmla="*/ 921715 w 1404608"/>
                <a:gd name="connsiteY9" fmla="*/ 900011 h 2041182"/>
                <a:gd name="connsiteX10" fmla="*/ 738836 w 1404608"/>
                <a:gd name="connsiteY10" fmla="*/ 563512 h 2041182"/>
                <a:gd name="connsiteX11" fmla="*/ 709574 w 1404608"/>
                <a:gd name="connsiteY11" fmla="*/ 907326 h 2041182"/>
                <a:gd name="connsiteX12" fmla="*/ 526694 w 1404608"/>
                <a:gd name="connsiteY12" fmla="*/ 242 h 2041182"/>
                <a:gd name="connsiteX13" fmla="*/ 456712 w 1404608"/>
                <a:gd name="connsiteY13" fmla="*/ 1312361 h 2041182"/>
                <a:gd name="connsiteX14" fmla="*/ 321868 w 1404608"/>
                <a:gd name="connsiteY14" fmla="*/ 1258456 h 2041182"/>
                <a:gd name="connsiteX15" fmla="*/ 0 w 1404608"/>
                <a:gd name="connsiteY15" fmla="*/ 1024369 h 2041182"/>
                <a:gd name="connsiteX0" fmla="*/ 0 w 1404608"/>
                <a:gd name="connsiteY0" fmla="*/ 1024369 h 2041182"/>
                <a:gd name="connsiteX1" fmla="*/ 124358 w 1404608"/>
                <a:gd name="connsiteY1" fmla="*/ 1353553 h 2041182"/>
                <a:gd name="connsiteX2" fmla="*/ 292608 w 1404608"/>
                <a:gd name="connsiteY2" fmla="*/ 1711998 h 2041182"/>
                <a:gd name="connsiteX3" fmla="*/ 687628 w 1404608"/>
                <a:gd name="connsiteY3" fmla="*/ 2041182 h 2041182"/>
                <a:gd name="connsiteX4" fmla="*/ 1294790 w 1404608"/>
                <a:gd name="connsiteY4" fmla="*/ 2026552 h 2041182"/>
                <a:gd name="connsiteX5" fmla="*/ 1404518 w 1404608"/>
                <a:gd name="connsiteY5" fmla="*/ 1126782 h 2041182"/>
                <a:gd name="connsiteX6" fmla="*/ 1221638 w 1404608"/>
                <a:gd name="connsiteY6" fmla="*/ 739077 h 2041182"/>
                <a:gd name="connsiteX7" fmla="*/ 1177747 w 1404608"/>
                <a:gd name="connsiteY7" fmla="*/ 936587 h 2041182"/>
                <a:gd name="connsiteX8" fmla="*/ 980236 w 1404608"/>
                <a:gd name="connsiteY8" fmla="*/ 665925 h 2041182"/>
                <a:gd name="connsiteX9" fmla="*/ 921715 w 1404608"/>
                <a:gd name="connsiteY9" fmla="*/ 900011 h 2041182"/>
                <a:gd name="connsiteX10" fmla="*/ 738836 w 1404608"/>
                <a:gd name="connsiteY10" fmla="*/ 563512 h 2041182"/>
                <a:gd name="connsiteX11" fmla="*/ 709574 w 1404608"/>
                <a:gd name="connsiteY11" fmla="*/ 907326 h 2041182"/>
                <a:gd name="connsiteX12" fmla="*/ 526694 w 1404608"/>
                <a:gd name="connsiteY12" fmla="*/ 242 h 2041182"/>
                <a:gd name="connsiteX13" fmla="*/ 456712 w 1404608"/>
                <a:gd name="connsiteY13" fmla="*/ 1312361 h 2041182"/>
                <a:gd name="connsiteX14" fmla="*/ 321868 w 1404608"/>
                <a:gd name="connsiteY14" fmla="*/ 1258456 h 2041182"/>
                <a:gd name="connsiteX15" fmla="*/ 0 w 1404608"/>
                <a:gd name="connsiteY15" fmla="*/ 1024369 h 2041182"/>
                <a:gd name="connsiteX0" fmla="*/ 0 w 1420463"/>
                <a:gd name="connsiteY0" fmla="*/ 957779 h 2041182"/>
                <a:gd name="connsiteX1" fmla="*/ 140213 w 1420463"/>
                <a:gd name="connsiteY1" fmla="*/ 1353553 h 2041182"/>
                <a:gd name="connsiteX2" fmla="*/ 308463 w 1420463"/>
                <a:gd name="connsiteY2" fmla="*/ 1711998 h 2041182"/>
                <a:gd name="connsiteX3" fmla="*/ 703483 w 1420463"/>
                <a:gd name="connsiteY3" fmla="*/ 2041182 h 2041182"/>
                <a:gd name="connsiteX4" fmla="*/ 1310645 w 1420463"/>
                <a:gd name="connsiteY4" fmla="*/ 2026552 h 2041182"/>
                <a:gd name="connsiteX5" fmla="*/ 1420373 w 1420463"/>
                <a:gd name="connsiteY5" fmla="*/ 1126782 h 2041182"/>
                <a:gd name="connsiteX6" fmla="*/ 1237493 w 1420463"/>
                <a:gd name="connsiteY6" fmla="*/ 739077 h 2041182"/>
                <a:gd name="connsiteX7" fmla="*/ 1193602 w 1420463"/>
                <a:gd name="connsiteY7" fmla="*/ 936587 h 2041182"/>
                <a:gd name="connsiteX8" fmla="*/ 996091 w 1420463"/>
                <a:gd name="connsiteY8" fmla="*/ 665925 h 2041182"/>
                <a:gd name="connsiteX9" fmla="*/ 937570 w 1420463"/>
                <a:gd name="connsiteY9" fmla="*/ 900011 h 2041182"/>
                <a:gd name="connsiteX10" fmla="*/ 754691 w 1420463"/>
                <a:gd name="connsiteY10" fmla="*/ 563512 h 2041182"/>
                <a:gd name="connsiteX11" fmla="*/ 725429 w 1420463"/>
                <a:gd name="connsiteY11" fmla="*/ 907326 h 2041182"/>
                <a:gd name="connsiteX12" fmla="*/ 542549 w 1420463"/>
                <a:gd name="connsiteY12" fmla="*/ 242 h 2041182"/>
                <a:gd name="connsiteX13" fmla="*/ 472567 w 1420463"/>
                <a:gd name="connsiteY13" fmla="*/ 1312361 h 2041182"/>
                <a:gd name="connsiteX14" fmla="*/ 337723 w 1420463"/>
                <a:gd name="connsiteY14" fmla="*/ 1258456 h 2041182"/>
                <a:gd name="connsiteX15" fmla="*/ 0 w 1420463"/>
                <a:gd name="connsiteY15" fmla="*/ 957779 h 2041182"/>
                <a:gd name="connsiteX0" fmla="*/ 0 w 1420463"/>
                <a:gd name="connsiteY0" fmla="*/ 957779 h 2041182"/>
                <a:gd name="connsiteX1" fmla="*/ 140213 w 1420463"/>
                <a:gd name="connsiteY1" fmla="*/ 1353553 h 2041182"/>
                <a:gd name="connsiteX2" fmla="*/ 308463 w 1420463"/>
                <a:gd name="connsiteY2" fmla="*/ 1711998 h 2041182"/>
                <a:gd name="connsiteX3" fmla="*/ 703483 w 1420463"/>
                <a:gd name="connsiteY3" fmla="*/ 2041182 h 2041182"/>
                <a:gd name="connsiteX4" fmla="*/ 1310645 w 1420463"/>
                <a:gd name="connsiteY4" fmla="*/ 2026552 h 2041182"/>
                <a:gd name="connsiteX5" fmla="*/ 1420373 w 1420463"/>
                <a:gd name="connsiteY5" fmla="*/ 1126782 h 2041182"/>
                <a:gd name="connsiteX6" fmla="*/ 1237493 w 1420463"/>
                <a:gd name="connsiteY6" fmla="*/ 739077 h 2041182"/>
                <a:gd name="connsiteX7" fmla="*/ 1193602 w 1420463"/>
                <a:gd name="connsiteY7" fmla="*/ 936587 h 2041182"/>
                <a:gd name="connsiteX8" fmla="*/ 996091 w 1420463"/>
                <a:gd name="connsiteY8" fmla="*/ 665925 h 2041182"/>
                <a:gd name="connsiteX9" fmla="*/ 937570 w 1420463"/>
                <a:gd name="connsiteY9" fmla="*/ 900011 h 2041182"/>
                <a:gd name="connsiteX10" fmla="*/ 754691 w 1420463"/>
                <a:gd name="connsiteY10" fmla="*/ 563512 h 2041182"/>
                <a:gd name="connsiteX11" fmla="*/ 725429 w 1420463"/>
                <a:gd name="connsiteY11" fmla="*/ 907326 h 2041182"/>
                <a:gd name="connsiteX12" fmla="*/ 542549 w 1420463"/>
                <a:gd name="connsiteY12" fmla="*/ 242 h 2041182"/>
                <a:gd name="connsiteX13" fmla="*/ 472567 w 1420463"/>
                <a:gd name="connsiteY13" fmla="*/ 1312361 h 2041182"/>
                <a:gd name="connsiteX14" fmla="*/ 337723 w 1420463"/>
                <a:gd name="connsiteY14" fmla="*/ 1258456 h 2041182"/>
                <a:gd name="connsiteX15" fmla="*/ 0 w 1420463"/>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38289 w 1421182"/>
                <a:gd name="connsiteY9" fmla="*/ 900011 h 2041182"/>
                <a:gd name="connsiteX10" fmla="*/ 755410 w 1421182"/>
                <a:gd name="connsiteY10" fmla="*/ 563512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38289 w 1421182"/>
                <a:gd name="connsiteY9" fmla="*/ 900011 h 2041182"/>
                <a:gd name="connsiteX10" fmla="*/ 736384 w 1421182"/>
                <a:gd name="connsiteY10" fmla="*/ 563512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38289 w 1421182"/>
                <a:gd name="connsiteY9" fmla="*/ 900011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38289 w 1421182"/>
                <a:gd name="connsiteY9" fmla="*/ 900011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38289 w 1421182"/>
                <a:gd name="connsiteY9" fmla="*/ 900011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38289 w 1421182"/>
                <a:gd name="connsiteY9" fmla="*/ 900011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96810 w 1421182"/>
                <a:gd name="connsiteY8" fmla="*/ 665925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94321 w 1421182"/>
                <a:gd name="connsiteY7" fmla="*/ 936587 h 2041182"/>
                <a:gd name="connsiteX8" fmla="*/ 955588 w 1421182"/>
                <a:gd name="connsiteY8" fmla="*/ 659583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78466 w 1421182"/>
                <a:gd name="connsiteY7" fmla="*/ 927074 h 2041182"/>
                <a:gd name="connsiteX8" fmla="*/ 955588 w 1421182"/>
                <a:gd name="connsiteY8" fmla="*/ 659583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78466 w 1421182"/>
                <a:gd name="connsiteY7" fmla="*/ 927074 h 2041182"/>
                <a:gd name="connsiteX8" fmla="*/ 955588 w 1421182"/>
                <a:gd name="connsiteY8" fmla="*/ 659583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78466 w 1421182"/>
                <a:gd name="connsiteY7" fmla="*/ 927074 h 2041182"/>
                <a:gd name="connsiteX8" fmla="*/ 955588 w 1421182"/>
                <a:gd name="connsiteY8" fmla="*/ 618361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78466 w 1421182"/>
                <a:gd name="connsiteY7" fmla="*/ 927074 h 2041182"/>
                <a:gd name="connsiteX8" fmla="*/ 955588 w 1421182"/>
                <a:gd name="connsiteY8" fmla="*/ 618361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238212 w 1421182"/>
                <a:gd name="connsiteY6" fmla="*/ 739077 h 2041182"/>
                <a:gd name="connsiteX7" fmla="*/ 1178466 w 1421182"/>
                <a:gd name="connsiteY7" fmla="*/ 927074 h 2041182"/>
                <a:gd name="connsiteX8" fmla="*/ 955588 w 1421182"/>
                <a:gd name="connsiteY8" fmla="*/ 618361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87477 w 1421182"/>
                <a:gd name="connsiteY6" fmla="*/ 691513 h 2041182"/>
                <a:gd name="connsiteX7" fmla="*/ 1178466 w 1421182"/>
                <a:gd name="connsiteY7" fmla="*/ 927074 h 2041182"/>
                <a:gd name="connsiteX8" fmla="*/ 955588 w 1421182"/>
                <a:gd name="connsiteY8" fmla="*/ 618361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87477 w 1421182"/>
                <a:gd name="connsiteY6" fmla="*/ 691513 h 2041182"/>
                <a:gd name="connsiteX7" fmla="*/ 1178466 w 1421182"/>
                <a:gd name="connsiteY7" fmla="*/ 927074 h 2041182"/>
                <a:gd name="connsiteX8" fmla="*/ 955588 w 1421182"/>
                <a:gd name="connsiteY8" fmla="*/ 618361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87477 w 1421182"/>
                <a:gd name="connsiteY6" fmla="*/ 691513 h 2041182"/>
                <a:gd name="connsiteX7" fmla="*/ 1178466 w 1421182"/>
                <a:gd name="connsiteY7" fmla="*/ 927074 h 2041182"/>
                <a:gd name="connsiteX8" fmla="*/ 927050 w 1421182"/>
                <a:gd name="connsiteY8" fmla="*/ 615190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87477 w 1421182"/>
                <a:gd name="connsiteY6" fmla="*/ 691513 h 2041182"/>
                <a:gd name="connsiteX7" fmla="*/ 1178466 w 1421182"/>
                <a:gd name="connsiteY7" fmla="*/ 927074 h 2041182"/>
                <a:gd name="connsiteX8" fmla="*/ 927050 w 1421182"/>
                <a:gd name="connsiteY8" fmla="*/ 615190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87477 w 1421182"/>
                <a:gd name="connsiteY6" fmla="*/ 691513 h 2041182"/>
                <a:gd name="connsiteX7" fmla="*/ 1178466 w 1421182"/>
                <a:gd name="connsiteY7" fmla="*/ 927074 h 2041182"/>
                <a:gd name="connsiteX8" fmla="*/ 927050 w 1421182"/>
                <a:gd name="connsiteY8" fmla="*/ 615190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87477 w 1421182"/>
                <a:gd name="connsiteY6" fmla="*/ 691513 h 2041182"/>
                <a:gd name="connsiteX7" fmla="*/ 1178466 w 1421182"/>
                <a:gd name="connsiteY7" fmla="*/ 927074 h 2041182"/>
                <a:gd name="connsiteX8" fmla="*/ 927050 w 1421182"/>
                <a:gd name="connsiteY8" fmla="*/ 615190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62110 w 1421182"/>
                <a:gd name="connsiteY6" fmla="*/ 682000 h 2041182"/>
                <a:gd name="connsiteX7" fmla="*/ 1178466 w 1421182"/>
                <a:gd name="connsiteY7" fmla="*/ 927074 h 2041182"/>
                <a:gd name="connsiteX8" fmla="*/ 927050 w 1421182"/>
                <a:gd name="connsiteY8" fmla="*/ 615190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62110 w 1421182"/>
                <a:gd name="connsiteY6" fmla="*/ 682000 h 2041182"/>
                <a:gd name="connsiteX7" fmla="*/ 1178466 w 1421182"/>
                <a:gd name="connsiteY7" fmla="*/ 927074 h 2041182"/>
                <a:gd name="connsiteX8" fmla="*/ 927050 w 1421182"/>
                <a:gd name="connsiteY8" fmla="*/ 615190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62110 w 1421182"/>
                <a:gd name="connsiteY6" fmla="*/ 682000 h 2041182"/>
                <a:gd name="connsiteX7" fmla="*/ 1178466 w 1421182"/>
                <a:gd name="connsiteY7" fmla="*/ 927074 h 2041182"/>
                <a:gd name="connsiteX8" fmla="*/ 927050 w 1421182"/>
                <a:gd name="connsiteY8" fmla="*/ 615190 h 2041182"/>
                <a:gd name="connsiteX9" fmla="*/ 947802 w 1421182"/>
                <a:gd name="connsiteY9" fmla="*/ 906353 h 2041182"/>
                <a:gd name="connsiteX10" fmla="*/ 711016 w 1421182"/>
                <a:gd name="connsiteY10" fmla="*/ 569854 h 2041182"/>
                <a:gd name="connsiteX11" fmla="*/ 726148 w 1421182"/>
                <a:gd name="connsiteY11" fmla="*/ 907326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62110 w 1421182"/>
                <a:gd name="connsiteY6" fmla="*/ 682000 h 2041182"/>
                <a:gd name="connsiteX7" fmla="*/ 1178466 w 1421182"/>
                <a:gd name="connsiteY7" fmla="*/ 927074 h 2041182"/>
                <a:gd name="connsiteX8" fmla="*/ 927050 w 1421182"/>
                <a:gd name="connsiteY8" fmla="*/ 615190 h 2041182"/>
                <a:gd name="connsiteX9" fmla="*/ 947802 w 1421182"/>
                <a:gd name="connsiteY9" fmla="*/ 906353 h 2041182"/>
                <a:gd name="connsiteX10" fmla="*/ 711016 w 1421182"/>
                <a:gd name="connsiteY10" fmla="*/ 569854 h 2041182"/>
                <a:gd name="connsiteX11" fmla="*/ 729319 w 1421182"/>
                <a:gd name="connsiteY11" fmla="*/ 958061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62110 w 1421182"/>
                <a:gd name="connsiteY6" fmla="*/ 682000 h 2041182"/>
                <a:gd name="connsiteX7" fmla="*/ 1178466 w 1421182"/>
                <a:gd name="connsiteY7" fmla="*/ 927074 h 2041182"/>
                <a:gd name="connsiteX8" fmla="*/ 927050 w 1421182"/>
                <a:gd name="connsiteY8" fmla="*/ 615190 h 2041182"/>
                <a:gd name="connsiteX9" fmla="*/ 957315 w 1421182"/>
                <a:gd name="connsiteY9" fmla="*/ 944404 h 2041182"/>
                <a:gd name="connsiteX10" fmla="*/ 711016 w 1421182"/>
                <a:gd name="connsiteY10" fmla="*/ 569854 h 2041182"/>
                <a:gd name="connsiteX11" fmla="*/ 729319 w 1421182"/>
                <a:gd name="connsiteY11" fmla="*/ 958061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62110 w 1421182"/>
                <a:gd name="connsiteY6" fmla="*/ 682000 h 2041182"/>
                <a:gd name="connsiteX7" fmla="*/ 1178466 w 1421182"/>
                <a:gd name="connsiteY7" fmla="*/ 927074 h 2041182"/>
                <a:gd name="connsiteX8" fmla="*/ 927050 w 1421182"/>
                <a:gd name="connsiteY8" fmla="*/ 615190 h 2041182"/>
                <a:gd name="connsiteX9" fmla="*/ 957315 w 1421182"/>
                <a:gd name="connsiteY9" fmla="*/ 944404 h 2041182"/>
                <a:gd name="connsiteX10" fmla="*/ 711016 w 1421182"/>
                <a:gd name="connsiteY10" fmla="*/ 569854 h 2041182"/>
                <a:gd name="connsiteX11" fmla="*/ 729319 w 1421182"/>
                <a:gd name="connsiteY11" fmla="*/ 958061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62110 w 1421182"/>
                <a:gd name="connsiteY6" fmla="*/ 682000 h 2041182"/>
                <a:gd name="connsiteX7" fmla="*/ 1168953 w 1421182"/>
                <a:gd name="connsiteY7" fmla="*/ 968296 h 2041182"/>
                <a:gd name="connsiteX8" fmla="*/ 927050 w 1421182"/>
                <a:gd name="connsiteY8" fmla="*/ 615190 h 2041182"/>
                <a:gd name="connsiteX9" fmla="*/ 957315 w 1421182"/>
                <a:gd name="connsiteY9" fmla="*/ 944404 h 2041182"/>
                <a:gd name="connsiteX10" fmla="*/ 711016 w 1421182"/>
                <a:gd name="connsiteY10" fmla="*/ 569854 h 2041182"/>
                <a:gd name="connsiteX11" fmla="*/ 729319 w 1421182"/>
                <a:gd name="connsiteY11" fmla="*/ 958061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62110 w 1421182"/>
                <a:gd name="connsiteY6" fmla="*/ 682000 h 2041182"/>
                <a:gd name="connsiteX7" fmla="*/ 1168953 w 1421182"/>
                <a:gd name="connsiteY7" fmla="*/ 968296 h 2041182"/>
                <a:gd name="connsiteX8" fmla="*/ 927050 w 1421182"/>
                <a:gd name="connsiteY8" fmla="*/ 615190 h 2041182"/>
                <a:gd name="connsiteX9" fmla="*/ 957315 w 1421182"/>
                <a:gd name="connsiteY9" fmla="*/ 944404 h 2041182"/>
                <a:gd name="connsiteX10" fmla="*/ 711016 w 1421182"/>
                <a:gd name="connsiteY10" fmla="*/ 569854 h 2041182"/>
                <a:gd name="connsiteX11" fmla="*/ 729319 w 1421182"/>
                <a:gd name="connsiteY11" fmla="*/ 958061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62110 w 1421182"/>
                <a:gd name="connsiteY6" fmla="*/ 682000 h 2041182"/>
                <a:gd name="connsiteX7" fmla="*/ 1168953 w 1421182"/>
                <a:gd name="connsiteY7" fmla="*/ 968296 h 2041182"/>
                <a:gd name="connsiteX8" fmla="*/ 927050 w 1421182"/>
                <a:gd name="connsiteY8" fmla="*/ 615190 h 2041182"/>
                <a:gd name="connsiteX9" fmla="*/ 957315 w 1421182"/>
                <a:gd name="connsiteY9" fmla="*/ 944404 h 2041182"/>
                <a:gd name="connsiteX10" fmla="*/ 711016 w 1421182"/>
                <a:gd name="connsiteY10" fmla="*/ 569854 h 2041182"/>
                <a:gd name="connsiteX11" fmla="*/ 729319 w 1421182"/>
                <a:gd name="connsiteY11" fmla="*/ 958061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779 h 2041182"/>
                <a:gd name="connsiteX1" fmla="*/ 140932 w 1421182"/>
                <a:gd name="connsiteY1" fmla="*/ 1353553 h 2041182"/>
                <a:gd name="connsiteX2" fmla="*/ 309182 w 1421182"/>
                <a:gd name="connsiteY2" fmla="*/ 1711998 h 2041182"/>
                <a:gd name="connsiteX3" fmla="*/ 704202 w 1421182"/>
                <a:gd name="connsiteY3" fmla="*/ 2041182 h 2041182"/>
                <a:gd name="connsiteX4" fmla="*/ 1311364 w 1421182"/>
                <a:gd name="connsiteY4" fmla="*/ 2026552 h 2041182"/>
                <a:gd name="connsiteX5" fmla="*/ 1421092 w 1421182"/>
                <a:gd name="connsiteY5" fmla="*/ 1126782 h 2041182"/>
                <a:gd name="connsiteX6" fmla="*/ 1152597 w 1421182"/>
                <a:gd name="connsiteY6" fmla="*/ 669316 h 2041182"/>
                <a:gd name="connsiteX7" fmla="*/ 1168953 w 1421182"/>
                <a:gd name="connsiteY7" fmla="*/ 968296 h 2041182"/>
                <a:gd name="connsiteX8" fmla="*/ 927050 w 1421182"/>
                <a:gd name="connsiteY8" fmla="*/ 615190 h 2041182"/>
                <a:gd name="connsiteX9" fmla="*/ 957315 w 1421182"/>
                <a:gd name="connsiteY9" fmla="*/ 944404 h 2041182"/>
                <a:gd name="connsiteX10" fmla="*/ 711016 w 1421182"/>
                <a:gd name="connsiteY10" fmla="*/ 569854 h 2041182"/>
                <a:gd name="connsiteX11" fmla="*/ 729319 w 1421182"/>
                <a:gd name="connsiteY11" fmla="*/ 958061 h 2041182"/>
                <a:gd name="connsiteX12" fmla="*/ 543268 w 1421182"/>
                <a:gd name="connsiteY12" fmla="*/ 242 h 2041182"/>
                <a:gd name="connsiteX13" fmla="*/ 473286 w 1421182"/>
                <a:gd name="connsiteY13" fmla="*/ 1312361 h 2041182"/>
                <a:gd name="connsiteX14" fmla="*/ 338442 w 1421182"/>
                <a:gd name="connsiteY14" fmla="*/ 1258456 h 2041182"/>
                <a:gd name="connsiteX15" fmla="*/ 719 w 1421182"/>
                <a:gd name="connsiteY15" fmla="*/ 957779 h 2041182"/>
                <a:gd name="connsiteX0" fmla="*/ 719 w 1421182"/>
                <a:gd name="connsiteY0" fmla="*/ 957537 h 2040940"/>
                <a:gd name="connsiteX1" fmla="*/ 140932 w 1421182"/>
                <a:gd name="connsiteY1" fmla="*/ 1353311 h 2040940"/>
                <a:gd name="connsiteX2" fmla="*/ 309182 w 1421182"/>
                <a:gd name="connsiteY2" fmla="*/ 1711756 h 2040940"/>
                <a:gd name="connsiteX3" fmla="*/ 704202 w 1421182"/>
                <a:gd name="connsiteY3" fmla="*/ 2040940 h 2040940"/>
                <a:gd name="connsiteX4" fmla="*/ 1311364 w 1421182"/>
                <a:gd name="connsiteY4" fmla="*/ 2026310 h 2040940"/>
                <a:gd name="connsiteX5" fmla="*/ 1421092 w 1421182"/>
                <a:gd name="connsiteY5" fmla="*/ 1126540 h 2040940"/>
                <a:gd name="connsiteX6" fmla="*/ 1152597 w 1421182"/>
                <a:gd name="connsiteY6" fmla="*/ 669074 h 2040940"/>
                <a:gd name="connsiteX7" fmla="*/ 1168953 w 1421182"/>
                <a:gd name="connsiteY7" fmla="*/ 968054 h 2040940"/>
                <a:gd name="connsiteX8" fmla="*/ 927050 w 1421182"/>
                <a:gd name="connsiteY8" fmla="*/ 614948 h 2040940"/>
                <a:gd name="connsiteX9" fmla="*/ 957315 w 1421182"/>
                <a:gd name="connsiteY9" fmla="*/ 944162 h 2040940"/>
                <a:gd name="connsiteX10" fmla="*/ 711016 w 1421182"/>
                <a:gd name="connsiteY10" fmla="*/ 569612 h 2040940"/>
                <a:gd name="connsiteX11" fmla="*/ 729319 w 1421182"/>
                <a:gd name="connsiteY11" fmla="*/ 957819 h 2040940"/>
                <a:gd name="connsiteX12" fmla="*/ 543268 w 1421182"/>
                <a:gd name="connsiteY12" fmla="*/ 0 h 2040940"/>
                <a:gd name="connsiteX13" fmla="*/ 473286 w 1421182"/>
                <a:gd name="connsiteY13" fmla="*/ 1312119 h 2040940"/>
                <a:gd name="connsiteX14" fmla="*/ 338442 w 1421182"/>
                <a:gd name="connsiteY14" fmla="*/ 1258214 h 2040940"/>
                <a:gd name="connsiteX15" fmla="*/ 719 w 1421182"/>
                <a:gd name="connsiteY15" fmla="*/ 957537 h 2040940"/>
                <a:gd name="connsiteX0" fmla="*/ 719 w 1421182"/>
                <a:gd name="connsiteY0" fmla="*/ 957545 h 2040948"/>
                <a:gd name="connsiteX1" fmla="*/ 140932 w 1421182"/>
                <a:gd name="connsiteY1" fmla="*/ 1353319 h 2040948"/>
                <a:gd name="connsiteX2" fmla="*/ 309182 w 1421182"/>
                <a:gd name="connsiteY2" fmla="*/ 1711764 h 2040948"/>
                <a:gd name="connsiteX3" fmla="*/ 704202 w 1421182"/>
                <a:gd name="connsiteY3" fmla="*/ 2040948 h 2040948"/>
                <a:gd name="connsiteX4" fmla="*/ 1311364 w 1421182"/>
                <a:gd name="connsiteY4" fmla="*/ 2026318 h 2040948"/>
                <a:gd name="connsiteX5" fmla="*/ 1421092 w 1421182"/>
                <a:gd name="connsiteY5" fmla="*/ 1126548 h 2040948"/>
                <a:gd name="connsiteX6" fmla="*/ 1152597 w 1421182"/>
                <a:gd name="connsiteY6" fmla="*/ 669082 h 2040948"/>
                <a:gd name="connsiteX7" fmla="*/ 1168953 w 1421182"/>
                <a:gd name="connsiteY7" fmla="*/ 968062 h 2040948"/>
                <a:gd name="connsiteX8" fmla="*/ 927050 w 1421182"/>
                <a:gd name="connsiteY8" fmla="*/ 614956 h 2040948"/>
                <a:gd name="connsiteX9" fmla="*/ 957315 w 1421182"/>
                <a:gd name="connsiteY9" fmla="*/ 944170 h 2040948"/>
                <a:gd name="connsiteX10" fmla="*/ 711016 w 1421182"/>
                <a:gd name="connsiteY10" fmla="*/ 569620 h 2040948"/>
                <a:gd name="connsiteX11" fmla="*/ 729319 w 1421182"/>
                <a:gd name="connsiteY11" fmla="*/ 957827 h 2040948"/>
                <a:gd name="connsiteX12" fmla="*/ 543268 w 1421182"/>
                <a:gd name="connsiteY12" fmla="*/ 8 h 2040948"/>
                <a:gd name="connsiteX13" fmla="*/ 473286 w 1421182"/>
                <a:gd name="connsiteY13" fmla="*/ 1312127 h 2040948"/>
                <a:gd name="connsiteX14" fmla="*/ 338442 w 1421182"/>
                <a:gd name="connsiteY14" fmla="*/ 1258222 h 2040948"/>
                <a:gd name="connsiteX15" fmla="*/ 719 w 1421182"/>
                <a:gd name="connsiteY15" fmla="*/ 957545 h 2040948"/>
                <a:gd name="connsiteX0" fmla="*/ 719 w 1421182"/>
                <a:gd name="connsiteY0" fmla="*/ 957545 h 2040948"/>
                <a:gd name="connsiteX1" fmla="*/ 140932 w 1421182"/>
                <a:gd name="connsiteY1" fmla="*/ 1353319 h 2040948"/>
                <a:gd name="connsiteX2" fmla="*/ 309182 w 1421182"/>
                <a:gd name="connsiteY2" fmla="*/ 1711764 h 2040948"/>
                <a:gd name="connsiteX3" fmla="*/ 704202 w 1421182"/>
                <a:gd name="connsiteY3" fmla="*/ 2040948 h 2040948"/>
                <a:gd name="connsiteX4" fmla="*/ 1311364 w 1421182"/>
                <a:gd name="connsiteY4" fmla="*/ 2026318 h 2040948"/>
                <a:gd name="connsiteX5" fmla="*/ 1421092 w 1421182"/>
                <a:gd name="connsiteY5" fmla="*/ 1126548 h 2040948"/>
                <a:gd name="connsiteX6" fmla="*/ 1152597 w 1421182"/>
                <a:gd name="connsiteY6" fmla="*/ 669082 h 2040948"/>
                <a:gd name="connsiteX7" fmla="*/ 1168953 w 1421182"/>
                <a:gd name="connsiteY7" fmla="*/ 968062 h 2040948"/>
                <a:gd name="connsiteX8" fmla="*/ 927050 w 1421182"/>
                <a:gd name="connsiteY8" fmla="*/ 614956 h 2040948"/>
                <a:gd name="connsiteX9" fmla="*/ 957315 w 1421182"/>
                <a:gd name="connsiteY9" fmla="*/ 944170 h 2040948"/>
                <a:gd name="connsiteX10" fmla="*/ 711016 w 1421182"/>
                <a:gd name="connsiteY10" fmla="*/ 569620 h 2040948"/>
                <a:gd name="connsiteX11" fmla="*/ 729319 w 1421182"/>
                <a:gd name="connsiteY11" fmla="*/ 957827 h 2040948"/>
                <a:gd name="connsiteX12" fmla="*/ 543268 w 1421182"/>
                <a:gd name="connsiteY12" fmla="*/ 8 h 2040948"/>
                <a:gd name="connsiteX13" fmla="*/ 473286 w 1421182"/>
                <a:gd name="connsiteY13" fmla="*/ 1312127 h 2040948"/>
                <a:gd name="connsiteX14" fmla="*/ 338442 w 1421182"/>
                <a:gd name="connsiteY14" fmla="*/ 1258222 h 2040948"/>
                <a:gd name="connsiteX15" fmla="*/ 719 w 1421182"/>
                <a:gd name="connsiteY15" fmla="*/ 957545 h 2040948"/>
                <a:gd name="connsiteX0" fmla="*/ 719 w 1421182"/>
                <a:gd name="connsiteY0" fmla="*/ 957545 h 2026318"/>
                <a:gd name="connsiteX1" fmla="*/ 140932 w 1421182"/>
                <a:gd name="connsiteY1" fmla="*/ 1353319 h 2026318"/>
                <a:gd name="connsiteX2" fmla="*/ 309182 w 1421182"/>
                <a:gd name="connsiteY2" fmla="*/ 1711764 h 2026318"/>
                <a:gd name="connsiteX3" fmla="*/ 693290 w 1421182"/>
                <a:gd name="connsiteY3" fmla="*/ 2019121 h 2026318"/>
                <a:gd name="connsiteX4" fmla="*/ 1311364 w 1421182"/>
                <a:gd name="connsiteY4" fmla="*/ 2026318 h 2026318"/>
                <a:gd name="connsiteX5" fmla="*/ 1421092 w 1421182"/>
                <a:gd name="connsiteY5" fmla="*/ 1126548 h 2026318"/>
                <a:gd name="connsiteX6" fmla="*/ 1152597 w 1421182"/>
                <a:gd name="connsiteY6" fmla="*/ 669082 h 2026318"/>
                <a:gd name="connsiteX7" fmla="*/ 1168953 w 1421182"/>
                <a:gd name="connsiteY7" fmla="*/ 968062 h 2026318"/>
                <a:gd name="connsiteX8" fmla="*/ 927050 w 1421182"/>
                <a:gd name="connsiteY8" fmla="*/ 614956 h 2026318"/>
                <a:gd name="connsiteX9" fmla="*/ 957315 w 1421182"/>
                <a:gd name="connsiteY9" fmla="*/ 944170 h 2026318"/>
                <a:gd name="connsiteX10" fmla="*/ 711016 w 1421182"/>
                <a:gd name="connsiteY10" fmla="*/ 569620 h 2026318"/>
                <a:gd name="connsiteX11" fmla="*/ 729319 w 1421182"/>
                <a:gd name="connsiteY11" fmla="*/ 957827 h 2026318"/>
                <a:gd name="connsiteX12" fmla="*/ 543268 w 1421182"/>
                <a:gd name="connsiteY12" fmla="*/ 8 h 2026318"/>
                <a:gd name="connsiteX13" fmla="*/ 473286 w 1421182"/>
                <a:gd name="connsiteY13" fmla="*/ 1312127 h 2026318"/>
                <a:gd name="connsiteX14" fmla="*/ 338442 w 1421182"/>
                <a:gd name="connsiteY14" fmla="*/ 1258222 h 2026318"/>
                <a:gd name="connsiteX15" fmla="*/ 719 w 1421182"/>
                <a:gd name="connsiteY15" fmla="*/ 957545 h 2026318"/>
                <a:gd name="connsiteX0" fmla="*/ 719 w 1421182"/>
                <a:gd name="connsiteY0" fmla="*/ 422200 h 1490973"/>
                <a:gd name="connsiteX1" fmla="*/ 140932 w 1421182"/>
                <a:gd name="connsiteY1" fmla="*/ 817974 h 1490973"/>
                <a:gd name="connsiteX2" fmla="*/ 309182 w 1421182"/>
                <a:gd name="connsiteY2" fmla="*/ 1176419 h 1490973"/>
                <a:gd name="connsiteX3" fmla="*/ 693290 w 1421182"/>
                <a:gd name="connsiteY3" fmla="*/ 1483776 h 1490973"/>
                <a:gd name="connsiteX4" fmla="*/ 1311364 w 1421182"/>
                <a:gd name="connsiteY4" fmla="*/ 1490973 h 1490973"/>
                <a:gd name="connsiteX5" fmla="*/ 1421092 w 1421182"/>
                <a:gd name="connsiteY5" fmla="*/ 591203 h 1490973"/>
                <a:gd name="connsiteX6" fmla="*/ 1152597 w 1421182"/>
                <a:gd name="connsiteY6" fmla="*/ 133737 h 1490973"/>
                <a:gd name="connsiteX7" fmla="*/ 1168953 w 1421182"/>
                <a:gd name="connsiteY7" fmla="*/ 432717 h 1490973"/>
                <a:gd name="connsiteX8" fmla="*/ 927050 w 1421182"/>
                <a:gd name="connsiteY8" fmla="*/ 79611 h 1490973"/>
                <a:gd name="connsiteX9" fmla="*/ 957315 w 1421182"/>
                <a:gd name="connsiteY9" fmla="*/ 408825 h 1490973"/>
                <a:gd name="connsiteX10" fmla="*/ 711016 w 1421182"/>
                <a:gd name="connsiteY10" fmla="*/ 34275 h 1490973"/>
                <a:gd name="connsiteX11" fmla="*/ 729319 w 1421182"/>
                <a:gd name="connsiteY11" fmla="*/ 422482 h 1490973"/>
                <a:gd name="connsiteX12" fmla="*/ 553923 w 1421182"/>
                <a:gd name="connsiteY12" fmla="*/ 1051 h 1490973"/>
                <a:gd name="connsiteX13" fmla="*/ 473286 w 1421182"/>
                <a:gd name="connsiteY13" fmla="*/ 776782 h 1490973"/>
                <a:gd name="connsiteX14" fmla="*/ 338442 w 1421182"/>
                <a:gd name="connsiteY14" fmla="*/ 722877 h 1490973"/>
                <a:gd name="connsiteX15" fmla="*/ 719 w 1421182"/>
                <a:gd name="connsiteY15" fmla="*/ 422200 h 1490973"/>
                <a:gd name="connsiteX0" fmla="*/ 719 w 1421182"/>
                <a:gd name="connsiteY0" fmla="*/ 422200 h 1490973"/>
                <a:gd name="connsiteX1" fmla="*/ 140932 w 1421182"/>
                <a:gd name="connsiteY1" fmla="*/ 817974 h 1490973"/>
                <a:gd name="connsiteX2" fmla="*/ 309182 w 1421182"/>
                <a:gd name="connsiteY2" fmla="*/ 1176419 h 1490973"/>
                <a:gd name="connsiteX3" fmla="*/ 693290 w 1421182"/>
                <a:gd name="connsiteY3" fmla="*/ 1483776 h 1490973"/>
                <a:gd name="connsiteX4" fmla="*/ 1311364 w 1421182"/>
                <a:gd name="connsiteY4" fmla="*/ 1490973 h 1490973"/>
                <a:gd name="connsiteX5" fmla="*/ 1421092 w 1421182"/>
                <a:gd name="connsiteY5" fmla="*/ 591203 h 1490973"/>
                <a:gd name="connsiteX6" fmla="*/ 1152597 w 1421182"/>
                <a:gd name="connsiteY6" fmla="*/ 133737 h 1490973"/>
                <a:gd name="connsiteX7" fmla="*/ 1168953 w 1421182"/>
                <a:gd name="connsiteY7" fmla="*/ 432717 h 1490973"/>
                <a:gd name="connsiteX8" fmla="*/ 927050 w 1421182"/>
                <a:gd name="connsiteY8" fmla="*/ 79611 h 1490973"/>
                <a:gd name="connsiteX9" fmla="*/ 957315 w 1421182"/>
                <a:gd name="connsiteY9" fmla="*/ 408825 h 1490973"/>
                <a:gd name="connsiteX10" fmla="*/ 689705 w 1421182"/>
                <a:gd name="connsiteY10" fmla="*/ 41379 h 1490973"/>
                <a:gd name="connsiteX11" fmla="*/ 729319 w 1421182"/>
                <a:gd name="connsiteY11" fmla="*/ 422482 h 1490973"/>
                <a:gd name="connsiteX12" fmla="*/ 553923 w 1421182"/>
                <a:gd name="connsiteY12" fmla="*/ 1051 h 1490973"/>
                <a:gd name="connsiteX13" fmla="*/ 473286 w 1421182"/>
                <a:gd name="connsiteY13" fmla="*/ 776782 h 1490973"/>
                <a:gd name="connsiteX14" fmla="*/ 338442 w 1421182"/>
                <a:gd name="connsiteY14" fmla="*/ 722877 h 1490973"/>
                <a:gd name="connsiteX15" fmla="*/ 719 w 1421182"/>
                <a:gd name="connsiteY15" fmla="*/ 422200 h 1490973"/>
                <a:gd name="connsiteX0" fmla="*/ 719 w 1421182"/>
                <a:gd name="connsiteY0" fmla="*/ 422200 h 1490973"/>
                <a:gd name="connsiteX1" fmla="*/ 140932 w 1421182"/>
                <a:gd name="connsiteY1" fmla="*/ 817974 h 1490973"/>
                <a:gd name="connsiteX2" fmla="*/ 309182 w 1421182"/>
                <a:gd name="connsiteY2" fmla="*/ 1176419 h 1490973"/>
                <a:gd name="connsiteX3" fmla="*/ 693290 w 1421182"/>
                <a:gd name="connsiteY3" fmla="*/ 1483776 h 1490973"/>
                <a:gd name="connsiteX4" fmla="*/ 1311364 w 1421182"/>
                <a:gd name="connsiteY4" fmla="*/ 1490973 h 1490973"/>
                <a:gd name="connsiteX5" fmla="*/ 1421092 w 1421182"/>
                <a:gd name="connsiteY5" fmla="*/ 591203 h 1490973"/>
                <a:gd name="connsiteX6" fmla="*/ 1152597 w 1421182"/>
                <a:gd name="connsiteY6" fmla="*/ 133737 h 1490973"/>
                <a:gd name="connsiteX7" fmla="*/ 1168953 w 1421182"/>
                <a:gd name="connsiteY7" fmla="*/ 432717 h 1490973"/>
                <a:gd name="connsiteX8" fmla="*/ 891530 w 1421182"/>
                <a:gd name="connsiteY8" fmla="*/ 83162 h 1490973"/>
                <a:gd name="connsiteX9" fmla="*/ 957315 w 1421182"/>
                <a:gd name="connsiteY9" fmla="*/ 408825 h 1490973"/>
                <a:gd name="connsiteX10" fmla="*/ 689705 w 1421182"/>
                <a:gd name="connsiteY10" fmla="*/ 41379 h 1490973"/>
                <a:gd name="connsiteX11" fmla="*/ 729319 w 1421182"/>
                <a:gd name="connsiteY11" fmla="*/ 422482 h 1490973"/>
                <a:gd name="connsiteX12" fmla="*/ 553923 w 1421182"/>
                <a:gd name="connsiteY12" fmla="*/ 1051 h 1490973"/>
                <a:gd name="connsiteX13" fmla="*/ 473286 w 1421182"/>
                <a:gd name="connsiteY13" fmla="*/ 776782 h 1490973"/>
                <a:gd name="connsiteX14" fmla="*/ 338442 w 1421182"/>
                <a:gd name="connsiteY14" fmla="*/ 722877 h 1490973"/>
                <a:gd name="connsiteX15" fmla="*/ 719 w 1421182"/>
                <a:gd name="connsiteY15" fmla="*/ 422200 h 1490973"/>
                <a:gd name="connsiteX0" fmla="*/ 719 w 1421182"/>
                <a:gd name="connsiteY0" fmla="*/ 422200 h 1490973"/>
                <a:gd name="connsiteX1" fmla="*/ 140932 w 1421182"/>
                <a:gd name="connsiteY1" fmla="*/ 817974 h 1490973"/>
                <a:gd name="connsiteX2" fmla="*/ 309182 w 1421182"/>
                <a:gd name="connsiteY2" fmla="*/ 1176419 h 1490973"/>
                <a:gd name="connsiteX3" fmla="*/ 693290 w 1421182"/>
                <a:gd name="connsiteY3" fmla="*/ 1483776 h 1490973"/>
                <a:gd name="connsiteX4" fmla="*/ 1311364 w 1421182"/>
                <a:gd name="connsiteY4" fmla="*/ 1490973 h 1490973"/>
                <a:gd name="connsiteX5" fmla="*/ 1421092 w 1421182"/>
                <a:gd name="connsiteY5" fmla="*/ 591203 h 1490973"/>
                <a:gd name="connsiteX6" fmla="*/ 1095765 w 1421182"/>
                <a:gd name="connsiteY6" fmla="*/ 133737 h 1490973"/>
                <a:gd name="connsiteX7" fmla="*/ 1168953 w 1421182"/>
                <a:gd name="connsiteY7" fmla="*/ 432717 h 1490973"/>
                <a:gd name="connsiteX8" fmla="*/ 891530 w 1421182"/>
                <a:gd name="connsiteY8" fmla="*/ 83162 h 1490973"/>
                <a:gd name="connsiteX9" fmla="*/ 957315 w 1421182"/>
                <a:gd name="connsiteY9" fmla="*/ 408825 h 1490973"/>
                <a:gd name="connsiteX10" fmla="*/ 689705 w 1421182"/>
                <a:gd name="connsiteY10" fmla="*/ 41379 h 1490973"/>
                <a:gd name="connsiteX11" fmla="*/ 729319 w 1421182"/>
                <a:gd name="connsiteY11" fmla="*/ 422482 h 1490973"/>
                <a:gd name="connsiteX12" fmla="*/ 553923 w 1421182"/>
                <a:gd name="connsiteY12" fmla="*/ 1051 h 1490973"/>
                <a:gd name="connsiteX13" fmla="*/ 473286 w 1421182"/>
                <a:gd name="connsiteY13" fmla="*/ 776782 h 1490973"/>
                <a:gd name="connsiteX14" fmla="*/ 338442 w 1421182"/>
                <a:gd name="connsiteY14" fmla="*/ 722877 h 1490973"/>
                <a:gd name="connsiteX15" fmla="*/ 719 w 1421182"/>
                <a:gd name="connsiteY15" fmla="*/ 422200 h 1490973"/>
                <a:gd name="connsiteX0" fmla="*/ 719 w 1421182"/>
                <a:gd name="connsiteY0" fmla="*/ 480395 h 1549168"/>
                <a:gd name="connsiteX1" fmla="*/ 140932 w 1421182"/>
                <a:gd name="connsiteY1" fmla="*/ 876169 h 1549168"/>
                <a:gd name="connsiteX2" fmla="*/ 309182 w 1421182"/>
                <a:gd name="connsiteY2" fmla="*/ 1234614 h 1549168"/>
                <a:gd name="connsiteX3" fmla="*/ 693290 w 1421182"/>
                <a:gd name="connsiteY3" fmla="*/ 1541971 h 1549168"/>
                <a:gd name="connsiteX4" fmla="*/ 1311364 w 1421182"/>
                <a:gd name="connsiteY4" fmla="*/ 1549168 h 1549168"/>
                <a:gd name="connsiteX5" fmla="*/ 1421092 w 1421182"/>
                <a:gd name="connsiteY5" fmla="*/ 649398 h 1549168"/>
                <a:gd name="connsiteX6" fmla="*/ 1095765 w 1421182"/>
                <a:gd name="connsiteY6" fmla="*/ 191932 h 1549168"/>
                <a:gd name="connsiteX7" fmla="*/ 1168953 w 1421182"/>
                <a:gd name="connsiteY7" fmla="*/ 490912 h 1549168"/>
                <a:gd name="connsiteX8" fmla="*/ 891530 w 1421182"/>
                <a:gd name="connsiteY8" fmla="*/ 141357 h 1549168"/>
                <a:gd name="connsiteX9" fmla="*/ 957315 w 1421182"/>
                <a:gd name="connsiteY9" fmla="*/ 467020 h 1549168"/>
                <a:gd name="connsiteX10" fmla="*/ 689705 w 1421182"/>
                <a:gd name="connsiteY10" fmla="*/ 99574 h 1549168"/>
                <a:gd name="connsiteX11" fmla="*/ 553923 w 1421182"/>
                <a:gd name="connsiteY11" fmla="*/ 59246 h 1549168"/>
                <a:gd name="connsiteX12" fmla="*/ 473286 w 1421182"/>
                <a:gd name="connsiteY12" fmla="*/ 834977 h 1549168"/>
                <a:gd name="connsiteX13" fmla="*/ 338442 w 1421182"/>
                <a:gd name="connsiteY13" fmla="*/ 781072 h 1549168"/>
                <a:gd name="connsiteX14" fmla="*/ 719 w 1421182"/>
                <a:gd name="connsiteY14" fmla="*/ 480395 h 1549168"/>
                <a:gd name="connsiteX0" fmla="*/ 719 w 1421182"/>
                <a:gd name="connsiteY0" fmla="*/ 469150 h 1537923"/>
                <a:gd name="connsiteX1" fmla="*/ 140932 w 1421182"/>
                <a:gd name="connsiteY1" fmla="*/ 864924 h 1537923"/>
                <a:gd name="connsiteX2" fmla="*/ 309182 w 1421182"/>
                <a:gd name="connsiteY2" fmla="*/ 1223369 h 1537923"/>
                <a:gd name="connsiteX3" fmla="*/ 693290 w 1421182"/>
                <a:gd name="connsiteY3" fmla="*/ 1530726 h 1537923"/>
                <a:gd name="connsiteX4" fmla="*/ 1311364 w 1421182"/>
                <a:gd name="connsiteY4" fmla="*/ 1537923 h 1537923"/>
                <a:gd name="connsiteX5" fmla="*/ 1421092 w 1421182"/>
                <a:gd name="connsiteY5" fmla="*/ 638153 h 1537923"/>
                <a:gd name="connsiteX6" fmla="*/ 1095765 w 1421182"/>
                <a:gd name="connsiteY6" fmla="*/ 180687 h 1537923"/>
                <a:gd name="connsiteX7" fmla="*/ 1168953 w 1421182"/>
                <a:gd name="connsiteY7" fmla="*/ 479667 h 1537923"/>
                <a:gd name="connsiteX8" fmla="*/ 891530 w 1421182"/>
                <a:gd name="connsiteY8" fmla="*/ 130112 h 1537923"/>
                <a:gd name="connsiteX9" fmla="*/ 689705 w 1421182"/>
                <a:gd name="connsiteY9" fmla="*/ 88329 h 1537923"/>
                <a:gd name="connsiteX10" fmla="*/ 553923 w 1421182"/>
                <a:gd name="connsiteY10" fmla="*/ 48001 h 1537923"/>
                <a:gd name="connsiteX11" fmla="*/ 473286 w 1421182"/>
                <a:gd name="connsiteY11" fmla="*/ 823732 h 1537923"/>
                <a:gd name="connsiteX12" fmla="*/ 338442 w 1421182"/>
                <a:gd name="connsiteY12" fmla="*/ 769827 h 1537923"/>
                <a:gd name="connsiteX13" fmla="*/ 719 w 1421182"/>
                <a:gd name="connsiteY13" fmla="*/ 469150 h 1537923"/>
                <a:gd name="connsiteX0" fmla="*/ 719 w 1421182"/>
                <a:gd name="connsiteY0" fmla="*/ 469150 h 1537923"/>
                <a:gd name="connsiteX1" fmla="*/ 140932 w 1421182"/>
                <a:gd name="connsiteY1" fmla="*/ 864924 h 1537923"/>
                <a:gd name="connsiteX2" fmla="*/ 309182 w 1421182"/>
                <a:gd name="connsiteY2" fmla="*/ 1223369 h 1537923"/>
                <a:gd name="connsiteX3" fmla="*/ 693290 w 1421182"/>
                <a:gd name="connsiteY3" fmla="*/ 1530726 h 1537923"/>
                <a:gd name="connsiteX4" fmla="*/ 1311364 w 1421182"/>
                <a:gd name="connsiteY4" fmla="*/ 1537923 h 1537923"/>
                <a:gd name="connsiteX5" fmla="*/ 1421092 w 1421182"/>
                <a:gd name="connsiteY5" fmla="*/ 638153 h 1537923"/>
                <a:gd name="connsiteX6" fmla="*/ 1095765 w 1421182"/>
                <a:gd name="connsiteY6" fmla="*/ 180687 h 1537923"/>
                <a:gd name="connsiteX7" fmla="*/ 891530 w 1421182"/>
                <a:gd name="connsiteY7" fmla="*/ 130112 h 1537923"/>
                <a:gd name="connsiteX8" fmla="*/ 689705 w 1421182"/>
                <a:gd name="connsiteY8" fmla="*/ 88329 h 1537923"/>
                <a:gd name="connsiteX9" fmla="*/ 553923 w 1421182"/>
                <a:gd name="connsiteY9" fmla="*/ 48001 h 1537923"/>
                <a:gd name="connsiteX10" fmla="*/ 473286 w 1421182"/>
                <a:gd name="connsiteY10" fmla="*/ 823732 h 1537923"/>
                <a:gd name="connsiteX11" fmla="*/ 338442 w 1421182"/>
                <a:gd name="connsiteY11" fmla="*/ 769827 h 1537923"/>
                <a:gd name="connsiteX12" fmla="*/ 719 w 1421182"/>
                <a:gd name="connsiteY12" fmla="*/ 469150 h 1537923"/>
                <a:gd name="connsiteX0" fmla="*/ 719 w 1421182"/>
                <a:gd name="connsiteY0" fmla="*/ 469150 h 1537923"/>
                <a:gd name="connsiteX1" fmla="*/ 140932 w 1421182"/>
                <a:gd name="connsiteY1" fmla="*/ 864924 h 1537923"/>
                <a:gd name="connsiteX2" fmla="*/ 309182 w 1421182"/>
                <a:gd name="connsiteY2" fmla="*/ 1223369 h 1537923"/>
                <a:gd name="connsiteX3" fmla="*/ 693290 w 1421182"/>
                <a:gd name="connsiteY3" fmla="*/ 1530726 h 1537923"/>
                <a:gd name="connsiteX4" fmla="*/ 1311364 w 1421182"/>
                <a:gd name="connsiteY4" fmla="*/ 1537923 h 1537923"/>
                <a:gd name="connsiteX5" fmla="*/ 1421092 w 1421182"/>
                <a:gd name="connsiteY5" fmla="*/ 638153 h 1537923"/>
                <a:gd name="connsiteX6" fmla="*/ 1170363 w 1421182"/>
                <a:gd name="connsiteY6" fmla="*/ 177134 h 1537923"/>
                <a:gd name="connsiteX7" fmla="*/ 891530 w 1421182"/>
                <a:gd name="connsiteY7" fmla="*/ 130112 h 1537923"/>
                <a:gd name="connsiteX8" fmla="*/ 689705 w 1421182"/>
                <a:gd name="connsiteY8" fmla="*/ 88329 h 1537923"/>
                <a:gd name="connsiteX9" fmla="*/ 553923 w 1421182"/>
                <a:gd name="connsiteY9" fmla="*/ 48001 h 1537923"/>
                <a:gd name="connsiteX10" fmla="*/ 473286 w 1421182"/>
                <a:gd name="connsiteY10" fmla="*/ 823732 h 1537923"/>
                <a:gd name="connsiteX11" fmla="*/ 338442 w 1421182"/>
                <a:gd name="connsiteY11" fmla="*/ 769827 h 1537923"/>
                <a:gd name="connsiteX12" fmla="*/ 719 w 1421182"/>
                <a:gd name="connsiteY12" fmla="*/ 469150 h 1537923"/>
                <a:gd name="connsiteX0" fmla="*/ 719 w 1421182"/>
                <a:gd name="connsiteY0" fmla="*/ 469150 h 1537923"/>
                <a:gd name="connsiteX1" fmla="*/ 140932 w 1421182"/>
                <a:gd name="connsiteY1" fmla="*/ 864924 h 1537923"/>
                <a:gd name="connsiteX2" fmla="*/ 309182 w 1421182"/>
                <a:gd name="connsiteY2" fmla="*/ 1223369 h 1537923"/>
                <a:gd name="connsiteX3" fmla="*/ 693290 w 1421182"/>
                <a:gd name="connsiteY3" fmla="*/ 1530726 h 1537923"/>
                <a:gd name="connsiteX4" fmla="*/ 1311364 w 1421182"/>
                <a:gd name="connsiteY4" fmla="*/ 1537923 h 1537923"/>
                <a:gd name="connsiteX5" fmla="*/ 1421092 w 1421182"/>
                <a:gd name="connsiteY5" fmla="*/ 638153 h 1537923"/>
                <a:gd name="connsiteX6" fmla="*/ 1170363 w 1421182"/>
                <a:gd name="connsiteY6" fmla="*/ 177134 h 1537923"/>
                <a:gd name="connsiteX7" fmla="*/ 916396 w 1421182"/>
                <a:gd name="connsiteY7" fmla="*/ 147873 h 1537923"/>
                <a:gd name="connsiteX8" fmla="*/ 689705 w 1421182"/>
                <a:gd name="connsiteY8" fmla="*/ 88329 h 1537923"/>
                <a:gd name="connsiteX9" fmla="*/ 553923 w 1421182"/>
                <a:gd name="connsiteY9" fmla="*/ 48001 h 1537923"/>
                <a:gd name="connsiteX10" fmla="*/ 473286 w 1421182"/>
                <a:gd name="connsiteY10" fmla="*/ 823732 h 1537923"/>
                <a:gd name="connsiteX11" fmla="*/ 338442 w 1421182"/>
                <a:gd name="connsiteY11" fmla="*/ 769827 h 1537923"/>
                <a:gd name="connsiteX12" fmla="*/ 719 w 1421182"/>
                <a:gd name="connsiteY12" fmla="*/ 469150 h 1537923"/>
                <a:gd name="connsiteX0" fmla="*/ 719 w 1421182"/>
                <a:gd name="connsiteY0" fmla="*/ 456367 h 1525140"/>
                <a:gd name="connsiteX1" fmla="*/ 140932 w 1421182"/>
                <a:gd name="connsiteY1" fmla="*/ 852141 h 1525140"/>
                <a:gd name="connsiteX2" fmla="*/ 309182 w 1421182"/>
                <a:gd name="connsiteY2" fmla="*/ 1210586 h 1525140"/>
                <a:gd name="connsiteX3" fmla="*/ 693290 w 1421182"/>
                <a:gd name="connsiteY3" fmla="*/ 1517943 h 1525140"/>
                <a:gd name="connsiteX4" fmla="*/ 1311364 w 1421182"/>
                <a:gd name="connsiteY4" fmla="*/ 1525140 h 1525140"/>
                <a:gd name="connsiteX5" fmla="*/ 1421092 w 1421182"/>
                <a:gd name="connsiteY5" fmla="*/ 625370 h 1525140"/>
                <a:gd name="connsiteX6" fmla="*/ 1170363 w 1421182"/>
                <a:gd name="connsiteY6" fmla="*/ 164351 h 1525140"/>
                <a:gd name="connsiteX7" fmla="*/ 916396 w 1421182"/>
                <a:gd name="connsiteY7" fmla="*/ 135090 h 1525140"/>
                <a:gd name="connsiteX8" fmla="*/ 689705 w 1421182"/>
                <a:gd name="connsiteY8" fmla="*/ 75546 h 1525140"/>
                <a:gd name="connsiteX9" fmla="*/ 732615 w 1421182"/>
                <a:gd name="connsiteY9" fmla="*/ 126723 h 1525140"/>
                <a:gd name="connsiteX10" fmla="*/ 553923 w 1421182"/>
                <a:gd name="connsiteY10" fmla="*/ 35218 h 1525140"/>
                <a:gd name="connsiteX11" fmla="*/ 473286 w 1421182"/>
                <a:gd name="connsiteY11" fmla="*/ 810949 h 1525140"/>
                <a:gd name="connsiteX12" fmla="*/ 338442 w 1421182"/>
                <a:gd name="connsiteY12" fmla="*/ 757044 h 1525140"/>
                <a:gd name="connsiteX13" fmla="*/ 719 w 1421182"/>
                <a:gd name="connsiteY13" fmla="*/ 456367 h 1525140"/>
                <a:gd name="connsiteX0" fmla="*/ 719 w 1421182"/>
                <a:gd name="connsiteY0" fmla="*/ 391802 h 1460575"/>
                <a:gd name="connsiteX1" fmla="*/ 140932 w 1421182"/>
                <a:gd name="connsiteY1" fmla="*/ 787576 h 1460575"/>
                <a:gd name="connsiteX2" fmla="*/ 309182 w 1421182"/>
                <a:gd name="connsiteY2" fmla="*/ 1146021 h 1460575"/>
                <a:gd name="connsiteX3" fmla="*/ 693290 w 1421182"/>
                <a:gd name="connsiteY3" fmla="*/ 1453378 h 1460575"/>
                <a:gd name="connsiteX4" fmla="*/ 1311364 w 1421182"/>
                <a:gd name="connsiteY4" fmla="*/ 1460575 h 1460575"/>
                <a:gd name="connsiteX5" fmla="*/ 1421092 w 1421182"/>
                <a:gd name="connsiteY5" fmla="*/ 560805 h 1460575"/>
                <a:gd name="connsiteX6" fmla="*/ 1170363 w 1421182"/>
                <a:gd name="connsiteY6" fmla="*/ 99786 h 1460575"/>
                <a:gd name="connsiteX7" fmla="*/ 916396 w 1421182"/>
                <a:gd name="connsiteY7" fmla="*/ 70525 h 1460575"/>
                <a:gd name="connsiteX8" fmla="*/ 689705 w 1421182"/>
                <a:gd name="connsiteY8" fmla="*/ 10981 h 1460575"/>
                <a:gd name="connsiteX9" fmla="*/ 732615 w 1421182"/>
                <a:gd name="connsiteY9" fmla="*/ 62158 h 1460575"/>
                <a:gd name="connsiteX10" fmla="*/ 539718 w 1421182"/>
                <a:gd name="connsiteY10" fmla="*/ 48800 h 1460575"/>
                <a:gd name="connsiteX11" fmla="*/ 473286 w 1421182"/>
                <a:gd name="connsiteY11" fmla="*/ 746384 h 1460575"/>
                <a:gd name="connsiteX12" fmla="*/ 338442 w 1421182"/>
                <a:gd name="connsiteY12" fmla="*/ 692479 h 1460575"/>
                <a:gd name="connsiteX13" fmla="*/ 719 w 1421182"/>
                <a:gd name="connsiteY13" fmla="*/ 391802 h 1460575"/>
                <a:gd name="connsiteX0" fmla="*/ 719 w 1421182"/>
                <a:gd name="connsiteY0" fmla="*/ 399347 h 1468120"/>
                <a:gd name="connsiteX1" fmla="*/ 140932 w 1421182"/>
                <a:gd name="connsiteY1" fmla="*/ 795121 h 1468120"/>
                <a:gd name="connsiteX2" fmla="*/ 309182 w 1421182"/>
                <a:gd name="connsiteY2" fmla="*/ 1153566 h 1468120"/>
                <a:gd name="connsiteX3" fmla="*/ 693290 w 1421182"/>
                <a:gd name="connsiteY3" fmla="*/ 1460923 h 1468120"/>
                <a:gd name="connsiteX4" fmla="*/ 1311364 w 1421182"/>
                <a:gd name="connsiteY4" fmla="*/ 1468120 h 1468120"/>
                <a:gd name="connsiteX5" fmla="*/ 1421092 w 1421182"/>
                <a:gd name="connsiteY5" fmla="*/ 568350 h 1468120"/>
                <a:gd name="connsiteX6" fmla="*/ 1170363 w 1421182"/>
                <a:gd name="connsiteY6" fmla="*/ 107331 h 1468120"/>
                <a:gd name="connsiteX7" fmla="*/ 916396 w 1421182"/>
                <a:gd name="connsiteY7" fmla="*/ 78070 h 1468120"/>
                <a:gd name="connsiteX8" fmla="*/ 817586 w 1421182"/>
                <a:gd name="connsiteY8" fmla="*/ 765 h 1468120"/>
                <a:gd name="connsiteX9" fmla="*/ 732615 w 1421182"/>
                <a:gd name="connsiteY9" fmla="*/ 69703 h 1468120"/>
                <a:gd name="connsiteX10" fmla="*/ 539718 w 1421182"/>
                <a:gd name="connsiteY10" fmla="*/ 56345 h 1468120"/>
                <a:gd name="connsiteX11" fmla="*/ 473286 w 1421182"/>
                <a:gd name="connsiteY11" fmla="*/ 753929 h 1468120"/>
                <a:gd name="connsiteX12" fmla="*/ 338442 w 1421182"/>
                <a:gd name="connsiteY12" fmla="*/ 700024 h 1468120"/>
                <a:gd name="connsiteX13" fmla="*/ 719 w 1421182"/>
                <a:gd name="connsiteY13" fmla="*/ 399347 h 1468120"/>
                <a:gd name="connsiteX0" fmla="*/ 719 w 1421182"/>
                <a:gd name="connsiteY0" fmla="*/ 391166 h 1459939"/>
                <a:gd name="connsiteX1" fmla="*/ 140932 w 1421182"/>
                <a:gd name="connsiteY1" fmla="*/ 786940 h 1459939"/>
                <a:gd name="connsiteX2" fmla="*/ 309182 w 1421182"/>
                <a:gd name="connsiteY2" fmla="*/ 1145385 h 1459939"/>
                <a:gd name="connsiteX3" fmla="*/ 693290 w 1421182"/>
                <a:gd name="connsiteY3" fmla="*/ 1452742 h 1459939"/>
                <a:gd name="connsiteX4" fmla="*/ 1311364 w 1421182"/>
                <a:gd name="connsiteY4" fmla="*/ 1459939 h 1459939"/>
                <a:gd name="connsiteX5" fmla="*/ 1421092 w 1421182"/>
                <a:gd name="connsiteY5" fmla="*/ 560169 h 1459939"/>
                <a:gd name="connsiteX6" fmla="*/ 1170363 w 1421182"/>
                <a:gd name="connsiteY6" fmla="*/ 99150 h 1459939"/>
                <a:gd name="connsiteX7" fmla="*/ 916396 w 1421182"/>
                <a:gd name="connsiteY7" fmla="*/ 69889 h 1459939"/>
                <a:gd name="connsiteX8" fmla="*/ 732615 w 1421182"/>
                <a:gd name="connsiteY8" fmla="*/ 61522 h 1459939"/>
                <a:gd name="connsiteX9" fmla="*/ 539718 w 1421182"/>
                <a:gd name="connsiteY9" fmla="*/ 48164 h 1459939"/>
                <a:gd name="connsiteX10" fmla="*/ 473286 w 1421182"/>
                <a:gd name="connsiteY10" fmla="*/ 745748 h 1459939"/>
                <a:gd name="connsiteX11" fmla="*/ 338442 w 1421182"/>
                <a:gd name="connsiteY11" fmla="*/ 691843 h 1459939"/>
                <a:gd name="connsiteX12" fmla="*/ 719 w 1421182"/>
                <a:gd name="connsiteY12" fmla="*/ 391166 h 1459939"/>
                <a:gd name="connsiteX0" fmla="*/ 719 w 1421182"/>
                <a:gd name="connsiteY0" fmla="*/ 375395 h 1444168"/>
                <a:gd name="connsiteX1" fmla="*/ 140932 w 1421182"/>
                <a:gd name="connsiteY1" fmla="*/ 771169 h 1444168"/>
                <a:gd name="connsiteX2" fmla="*/ 309182 w 1421182"/>
                <a:gd name="connsiteY2" fmla="*/ 1129614 h 1444168"/>
                <a:gd name="connsiteX3" fmla="*/ 693290 w 1421182"/>
                <a:gd name="connsiteY3" fmla="*/ 1436971 h 1444168"/>
                <a:gd name="connsiteX4" fmla="*/ 1311364 w 1421182"/>
                <a:gd name="connsiteY4" fmla="*/ 1444168 h 1444168"/>
                <a:gd name="connsiteX5" fmla="*/ 1421092 w 1421182"/>
                <a:gd name="connsiteY5" fmla="*/ 544398 h 1444168"/>
                <a:gd name="connsiteX6" fmla="*/ 1170363 w 1421182"/>
                <a:gd name="connsiteY6" fmla="*/ 83379 h 1444168"/>
                <a:gd name="connsiteX7" fmla="*/ 916396 w 1421182"/>
                <a:gd name="connsiteY7" fmla="*/ 54118 h 1444168"/>
                <a:gd name="connsiteX8" fmla="*/ 732615 w 1421182"/>
                <a:gd name="connsiteY8" fmla="*/ 45751 h 1444168"/>
                <a:gd name="connsiteX9" fmla="*/ 529062 w 1421182"/>
                <a:gd name="connsiteY9" fmla="*/ 53706 h 1444168"/>
                <a:gd name="connsiteX10" fmla="*/ 473286 w 1421182"/>
                <a:gd name="connsiteY10" fmla="*/ 729977 h 1444168"/>
                <a:gd name="connsiteX11" fmla="*/ 338442 w 1421182"/>
                <a:gd name="connsiteY11" fmla="*/ 676072 h 1444168"/>
                <a:gd name="connsiteX12" fmla="*/ 719 w 1421182"/>
                <a:gd name="connsiteY12" fmla="*/ 375395 h 1444168"/>
                <a:gd name="connsiteX0" fmla="*/ 719 w 1421182"/>
                <a:gd name="connsiteY0" fmla="*/ 383267 h 1452040"/>
                <a:gd name="connsiteX1" fmla="*/ 140932 w 1421182"/>
                <a:gd name="connsiteY1" fmla="*/ 779041 h 1452040"/>
                <a:gd name="connsiteX2" fmla="*/ 309182 w 1421182"/>
                <a:gd name="connsiteY2" fmla="*/ 1137486 h 1452040"/>
                <a:gd name="connsiteX3" fmla="*/ 693290 w 1421182"/>
                <a:gd name="connsiteY3" fmla="*/ 1444843 h 1452040"/>
                <a:gd name="connsiteX4" fmla="*/ 1311364 w 1421182"/>
                <a:gd name="connsiteY4" fmla="*/ 1452040 h 1452040"/>
                <a:gd name="connsiteX5" fmla="*/ 1421092 w 1421182"/>
                <a:gd name="connsiteY5" fmla="*/ 552270 h 1452040"/>
                <a:gd name="connsiteX6" fmla="*/ 1170363 w 1421182"/>
                <a:gd name="connsiteY6" fmla="*/ 91251 h 1452040"/>
                <a:gd name="connsiteX7" fmla="*/ 916396 w 1421182"/>
                <a:gd name="connsiteY7" fmla="*/ 61990 h 1452040"/>
                <a:gd name="connsiteX8" fmla="*/ 732615 w 1421182"/>
                <a:gd name="connsiteY8" fmla="*/ 53623 h 1452040"/>
                <a:gd name="connsiteX9" fmla="*/ 529062 w 1421182"/>
                <a:gd name="connsiteY9" fmla="*/ 61578 h 1452040"/>
                <a:gd name="connsiteX10" fmla="*/ 473286 w 1421182"/>
                <a:gd name="connsiteY10" fmla="*/ 737849 h 1452040"/>
                <a:gd name="connsiteX11" fmla="*/ 338442 w 1421182"/>
                <a:gd name="connsiteY11" fmla="*/ 683944 h 1452040"/>
                <a:gd name="connsiteX12" fmla="*/ 719 w 1421182"/>
                <a:gd name="connsiteY12" fmla="*/ 383267 h 1452040"/>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16396 w 1421182"/>
                <a:gd name="connsiteY7" fmla="*/ 80212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16396 w 1421182"/>
                <a:gd name="connsiteY7" fmla="*/ 80212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16396 w 1421182"/>
                <a:gd name="connsiteY7" fmla="*/ 80212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16396 w 1421182"/>
                <a:gd name="connsiteY7" fmla="*/ 80212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55471 w 1421182"/>
                <a:gd name="connsiteY7" fmla="*/ 83763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55471 w 1421182"/>
                <a:gd name="connsiteY7" fmla="*/ 83763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55471 w 1421182"/>
                <a:gd name="connsiteY7" fmla="*/ 83763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55471 w 1421182"/>
                <a:gd name="connsiteY7" fmla="*/ 83763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2642"/>
                <a:gd name="connsiteY0" fmla="*/ 401489 h 1470262"/>
                <a:gd name="connsiteX1" fmla="*/ 140932 w 1422642"/>
                <a:gd name="connsiteY1" fmla="*/ 797263 h 1470262"/>
                <a:gd name="connsiteX2" fmla="*/ 309182 w 1422642"/>
                <a:gd name="connsiteY2" fmla="*/ 1155708 h 1470262"/>
                <a:gd name="connsiteX3" fmla="*/ 693290 w 1422642"/>
                <a:gd name="connsiteY3" fmla="*/ 1463065 h 1470262"/>
                <a:gd name="connsiteX4" fmla="*/ 1311364 w 1422642"/>
                <a:gd name="connsiteY4" fmla="*/ 1470262 h 1470262"/>
                <a:gd name="connsiteX5" fmla="*/ 1421092 w 1422642"/>
                <a:gd name="connsiteY5" fmla="*/ 570492 h 1470262"/>
                <a:gd name="connsiteX6" fmla="*/ 1170363 w 1422642"/>
                <a:gd name="connsiteY6" fmla="*/ 109473 h 1470262"/>
                <a:gd name="connsiteX7" fmla="*/ 955471 w 1422642"/>
                <a:gd name="connsiteY7" fmla="*/ 83763 h 1470262"/>
                <a:gd name="connsiteX8" fmla="*/ 732615 w 1422642"/>
                <a:gd name="connsiteY8" fmla="*/ 71845 h 1470262"/>
                <a:gd name="connsiteX9" fmla="*/ 529062 w 1422642"/>
                <a:gd name="connsiteY9" fmla="*/ 79800 h 1470262"/>
                <a:gd name="connsiteX10" fmla="*/ 473286 w 1422642"/>
                <a:gd name="connsiteY10" fmla="*/ 756071 h 1470262"/>
                <a:gd name="connsiteX11" fmla="*/ 338442 w 1422642"/>
                <a:gd name="connsiteY11" fmla="*/ 702166 h 1470262"/>
                <a:gd name="connsiteX12" fmla="*/ 719 w 142264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55471 w 1421182"/>
                <a:gd name="connsiteY7" fmla="*/ 83763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55471 w 1421182"/>
                <a:gd name="connsiteY7" fmla="*/ 83763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1489 h 1470262"/>
                <a:gd name="connsiteX1" fmla="*/ 140932 w 1421182"/>
                <a:gd name="connsiteY1" fmla="*/ 797263 h 1470262"/>
                <a:gd name="connsiteX2" fmla="*/ 309182 w 1421182"/>
                <a:gd name="connsiteY2" fmla="*/ 1155708 h 1470262"/>
                <a:gd name="connsiteX3" fmla="*/ 693290 w 1421182"/>
                <a:gd name="connsiteY3" fmla="*/ 1463065 h 1470262"/>
                <a:gd name="connsiteX4" fmla="*/ 1311364 w 1421182"/>
                <a:gd name="connsiteY4" fmla="*/ 1470262 h 1470262"/>
                <a:gd name="connsiteX5" fmla="*/ 1421092 w 1421182"/>
                <a:gd name="connsiteY5" fmla="*/ 570492 h 1470262"/>
                <a:gd name="connsiteX6" fmla="*/ 1170363 w 1421182"/>
                <a:gd name="connsiteY6" fmla="*/ 109473 h 1470262"/>
                <a:gd name="connsiteX7" fmla="*/ 955471 w 1421182"/>
                <a:gd name="connsiteY7" fmla="*/ 83763 h 1470262"/>
                <a:gd name="connsiteX8" fmla="*/ 732615 w 1421182"/>
                <a:gd name="connsiteY8" fmla="*/ 71845 h 1470262"/>
                <a:gd name="connsiteX9" fmla="*/ 529062 w 1421182"/>
                <a:gd name="connsiteY9" fmla="*/ 79800 h 1470262"/>
                <a:gd name="connsiteX10" fmla="*/ 473286 w 1421182"/>
                <a:gd name="connsiteY10" fmla="*/ 756071 h 1470262"/>
                <a:gd name="connsiteX11" fmla="*/ 338442 w 1421182"/>
                <a:gd name="connsiteY11" fmla="*/ 702166 h 1470262"/>
                <a:gd name="connsiteX12" fmla="*/ 719 w 1421182"/>
                <a:gd name="connsiteY12" fmla="*/ 401489 h 1470262"/>
                <a:gd name="connsiteX0" fmla="*/ 719 w 1421182"/>
                <a:gd name="connsiteY0" fmla="*/ 405044 h 1473817"/>
                <a:gd name="connsiteX1" fmla="*/ 140932 w 1421182"/>
                <a:gd name="connsiteY1" fmla="*/ 800818 h 1473817"/>
                <a:gd name="connsiteX2" fmla="*/ 309182 w 1421182"/>
                <a:gd name="connsiteY2" fmla="*/ 1159263 h 1473817"/>
                <a:gd name="connsiteX3" fmla="*/ 693290 w 1421182"/>
                <a:gd name="connsiteY3" fmla="*/ 1466620 h 1473817"/>
                <a:gd name="connsiteX4" fmla="*/ 1311364 w 1421182"/>
                <a:gd name="connsiteY4" fmla="*/ 1473817 h 1473817"/>
                <a:gd name="connsiteX5" fmla="*/ 1421092 w 1421182"/>
                <a:gd name="connsiteY5" fmla="*/ 574047 h 1473817"/>
                <a:gd name="connsiteX6" fmla="*/ 1170363 w 1421182"/>
                <a:gd name="connsiteY6" fmla="*/ 113028 h 1473817"/>
                <a:gd name="connsiteX7" fmla="*/ 955471 w 1421182"/>
                <a:gd name="connsiteY7" fmla="*/ 87318 h 1473817"/>
                <a:gd name="connsiteX8" fmla="*/ 732615 w 1421182"/>
                <a:gd name="connsiteY8" fmla="*/ 75400 h 1473817"/>
                <a:gd name="connsiteX9" fmla="*/ 529062 w 1421182"/>
                <a:gd name="connsiteY9" fmla="*/ 83355 h 1473817"/>
                <a:gd name="connsiteX10" fmla="*/ 473286 w 1421182"/>
                <a:gd name="connsiteY10" fmla="*/ 759626 h 1473817"/>
                <a:gd name="connsiteX11" fmla="*/ 338442 w 1421182"/>
                <a:gd name="connsiteY11" fmla="*/ 705721 h 1473817"/>
                <a:gd name="connsiteX12" fmla="*/ 719 w 1421182"/>
                <a:gd name="connsiteY12" fmla="*/ 405044 h 1473817"/>
                <a:gd name="connsiteX0" fmla="*/ 719 w 1421182"/>
                <a:gd name="connsiteY0" fmla="*/ 405044 h 1473817"/>
                <a:gd name="connsiteX1" fmla="*/ 140932 w 1421182"/>
                <a:gd name="connsiteY1" fmla="*/ 800818 h 1473817"/>
                <a:gd name="connsiteX2" fmla="*/ 309182 w 1421182"/>
                <a:gd name="connsiteY2" fmla="*/ 1159263 h 1473817"/>
                <a:gd name="connsiteX3" fmla="*/ 693290 w 1421182"/>
                <a:gd name="connsiteY3" fmla="*/ 1466620 h 1473817"/>
                <a:gd name="connsiteX4" fmla="*/ 1311364 w 1421182"/>
                <a:gd name="connsiteY4" fmla="*/ 1473817 h 1473817"/>
                <a:gd name="connsiteX5" fmla="*/ 1421092 w 1421182"/>
                <a:gd name="connsiteY5" fmla="*/ 574047 h 1473817"/>
                <a:gd name="connsiteX6" fmla="*/ 1170363 w 1421182"/>
                <a:gd name="connsiteY6" fmla="*/ 113028 h 1473817"/>
                <a:gd name="connsiteX7" fmla="*/ 955471 w 1421182"/>
                <a:gd name="connsiteY7" fmla="*/ 87318 h 1473817"/>
                <a:gd name="connsiteX8" fmla="*/ 732615 w 1421182"/>
                <a:gd name="connsiteY8" fmla="*/ 75400 h 1473817"/>
                <a:gd name="connsiteX9" fmla="*/ 529062 w 1421182"/>
                <a:gd name="connsiteY9" fmla="*/ 83355 h 1473817"/>
                <a:gd name="connsiteX10" fmla="*/ 473286 w 1421182"/>
                <a:gd name="connsiteY10" fmla="*/ 759626 h 1473817"/>
                <a:gd name="connsiteX11" fmla="*/ 338442 w 1421182"/>
                <a:gd name="connsiteY11" fmla="*/ 705721 h 1473817"/>
                <a:gd name="connsiteX12" fmla="*/ 719 w 1421182"/>
                <a:gd name="connsiteY12" fmla="*/ 405044 h 1473817"/>
                <a:gd name="connsiteX0" fmla="*/ 719 w 1421182"/>
                <a:gd name="connsiteY0" fmla="*/ 389959 h 1458732"/>
                <a:gd name="connsiteX1" fmla="*/ 140932 w 1421182"/>
                <a:gd name="connsiteY1" fmla="*/ 785733 h 1458732"/>
                <a:gd name="connsiteX2" fmla="*/ 309182 w 1421182"/>
                <a:gd name="connsiteY2" fmla="*/ 1144178 h 1458732"/>
                <a:gd name="connsiteX3" fmla="*/ 693290 w 1421182"/>
                <a:gd name="connsiteY3" fmla="*/ 1451535 h 1458732"/>
                <a:gd name="connsiteX4" fmla="*/ 1311364 w 1421182"/>
                <a:gd name="connsiteY4" fmla="*/ 1458732 h 1458732"/>
                <a:gd name="connsiteX5" fmla="*/ 1421092 w 1421182"/>
                <a:gd name="connsiteY5" fmla="*/ 558962 h 1458732"/>
                <a:gd name="connsiteX6" fmla="*/ 1170363 w 1421182"/>
                <a:gd name="connsiteY6" fmla="*/ 97943 h 1458732"/>
                <a:gd name="connsiteX7" fmla="*/ 955471 w 1421182"/>
                <a:gd name="connsiteY7" fmla="*/ 72233 h 1458732"/>
                <a:gd name="connsiteX8" fmla="*/ 732615 w 1421182"/>
                <a:gd name="connsiteY8" fmla="*/ 60315 h 1458732"/>
                <a:gd name="connsiteX9" fmla="*/ 500647 w 1421182"/>
                <a:gd name="connsiteY9" fmla="*/ 128658 h 1458732"/>
                <a:gd name="connsiteX10" fmla="*/ 473286 w 1421182"/>
                <a:gd name="connsiteY10" fmla="*/ 744541 h 1458732"/>
                <a:gd name="connsiteX11" fmla="*/ 338442 w 1421182"/>
                <a:gd name="connsiteY11" fmla="*/ 690636 h 1458732"/>
                <a:gd name="connsiteX12" fmla="*/ 719 w 1421182"/>
                <a:gd name="connsiteY12" fmla="*/ 389959 h 1458732"/>
                <a:gd name="connsiteX0" fmla="*/ 719 w 1421182"/>
                <a:gd name="connsiteY0" fmla="*/ 389959 h 1458732"/>
                <a:gd name="connsiteX1" fmla="*/ 140932 w 1421182"/>
                <a:gd name="connsiteY1" fmla="*/ 785733 h 1458732"/>
                <a:gd name="connsiteX2" fmla="*/ 309182 w 1421182"/>
                <a:gd name="connsiteY2" fmla="*/ 1144178 h 1458732"/>
                <a:gd name="connsiteX3" fmla="*/ 693290 w 1421182"/>
                <a:gd name="connsiteY3" fmla="*/ 1451535 h 1458732"/>
                <a:gd name="connsiteX4" fmla="*/ 1311364 w 1421182"/>
                <a:gd name="connsiteY4" fmla="*/ 1458732 h 1458732"/>
                <a:gd name="connsiteX5" fmla="*/ 1421092 w 1421182"/>
                <a:gd name="connsiteY5" fmla="*/ 558962 h 1458732"/>
                <a:gd name="connsiteX6" fmla="*/ 1170363 w 1421182"/>
                <a:gd name="connsiteY6" fmla="*/ 97943 h 1458732"/>
                <a:gd name="connsiteX7" fmla="*/ 955471 w 1421182"/>
                <a:gd name="connsiteY7" fmla="*/ 72233 h 1458732"/>
                <a:gd name="connsiteX8" fmla="*/ 732615 w 1421182"/>
                <a:gd name="connsiteY8" fmla="*/ 60315 h 1458732"/>
                <a:gd name="connsiteX9" fmla="*/ 500647 w 1421182"/>
                <a:gd name="connsiteY9" fmla="*/ 128658 h 1458732"/>
                <a:gd name="connsiteX10" fmla="*/ 473286 w 1421182"/>
                <a:gd name="connsiteY10" fmla="*/ 744541 h 1458732"/>
                <a:gd name="connsiteX11" fmla="*/ 338442 w 1421182"/>
                <a:gd name="connsiteY11" fmla="*/ 690636 h 1458732"/>
                <a:gd name="connsiteX12" fmla="*/ 719 w 1421182"/>
                <a:gd name="connsiteY12" fmla="*/ 389959 h 1458732"/>
                <a:gd name="connsiteX0" fmla="*/ 1359 w 1421822"/>
                <a:gd name="connsiteY0" fmla="*/ 389959 h 1458732"/>
                <a:gd name="connsiteX1" fmla="*/ 88289 w 1421822"/>
                <a:gd name="connsiteY1" fmla="*/ 878090 h 1458732"/>
                <a:gd name="connsiteX2" fmla="*/ 309822 w 1421822"/>
                <a:gd name="connsiteY2" fmla="*/ 1144178 h 1458732"/>
                <a:gd name="connsiteX3" fmla="*/ 693930 w 1421822"/>
                <a:gd name="connsiteY3" fmla="*/ 1451535 h 1458732"/>
                <a:gd name="connsiteX4" fmla="*/ 1312004 w 1421822"/>
                <a:gd name="connsiteY4" fmla="*/ 1458732 h 1458732"/>
                <a:gd name="connsiteX5" fmla="*/ 1421732 w 1421822"/>
                <a:gd name="connsiteY5" fmla="*/ 558962 h 1458732"/>
                <a:gd name="connsiteX6" fmla="*/ 1171003 w 1421822"/>
                <a:gd name="connsiteY6" fmla="*/ 97943 h 1458732"/>
                <a:gd name="connsiteX7" fmla="*/ 956111 w 1421822"/>
                <a:gd name="connsiteY7" fmla="*/ 72233 h 1458732"/>
                <a:gd name="connsiteX8" fmla="*/ 733255 w 1421822"/>
                <a:gd name="connsiteY8" fmla="*/ 60315 h 1458732"/>
                <a:gd name="connsiteX9" fmla="*/ 501287 w 1421822"/>
                <a:gd name="connsiteY9" fmla="*/ 128658 h 1458732"/>
                <a:gd name="connsiteX10" fmla="*/ 473926 w 1421822"/>
                <a:gd name="connsiteY10" fmla="*/ 744541 h 1458732"/>
                <a:gd name="connsiteX11" fmla="*/ 339082 w 1421822"/>
                <a:gd name="connsiteY11" fmla="*/ 690636 h 1458732"/>
                <a:gd name="connsiteX12" fmla="*/ 1359 w 1421822"/>
                <a:gd name="connsiteY12" fmla="*/ 389959 h 1458732"/>
                <a:gd name="connsiteX0" fmla="*/ 250 w 1683580"/>
                <a:gd name="connsiteY0" fmla="*/ 631511 h 1458732"/>
                <a:gd name="connsiteX1" fmla="*/ 350047 w 1683580"/>
                <a:gd name="connsiteY1" fmla="*/ 878090 h 1458732"/>
                <a:gd name="connsiteX2" fmla="*/ 571580 w 1683580"/>
                <a:gd name="connsiteY2" fmla="*/ 1144178 h 1458732"/>
                <a:gd name="connsiteX3" fmla="*/ 955688 w 1683580"/>
                <a:gd name="connsiteY3" fmla="*/ 1451535 h 1458732"/>
                <a:gd name="connsiteX4" fmla="*/ 1573762 w 1683580"/>
                <a:gd name="connsiteY4" fmla="*/ 1458732 h 1458732"/>
                <a:gd name="connsiteX5" fmla="*/ 1683490 w 1683580"/>
                <a:gd name="connsiteY5" fmla="*/ 558962 h 1458732"/>
                <a:gd name="connsiteX6" fmla="*/ 1432761 w 1683580"/>
                <a:gd name="connsiteY6" fmla="*/ 97943 h 1458732"/>
                <a:gd name="connsiteX7" fmla="*/ 1217869 w 1683580"/>
                <a:gd name="connsiteY7" fmla="*/ 72233 h 1458732"/>
                <a:gd name="connsiteX8" fmla="*/ 995013 w 1683580"/>
                <a:gd name="connsiteY8" fmla="*/ 60315 h 1458732"/>
                <a:gd name="connsiteX9" fmla="*/ 763045 w 1683580"/>
                <a:gd name="connsiteY9" fmla="*/ 128658 h 1458732"/>
                <a:gd name="connsiteX10" fmla="*/ 735684 w 1683580"/>
                <a:gd name="connsiteY10" fmla="*/ 744541 h 1458732"/>
                <a:gd name="connsiteX11" fmla="*/ 600840 w 1683580"/>
                <a:gd name="connsiteY11" fmla="*/ 690636 h 1458732"/>
                <a:gd name="connsiteX12" fmla="*/ 250 w 1683580"/>
                <a:gd name="connsiteY12" fmla="*/ 631511 h 1458732"/>
                <a:gd name="connsiteX0" fmla="*/ 307 w 1683637"/>
                <a:gd name="connsiteY0" fmla="*/ 631511 h 1458732"/>
                <a:gd name="connsiteX1" fmla="*/ 350104 w 1683637"/>
                <a:gd name="connsiteY1" fmla="*/ 878090 h 1458732"/>
                <a:gd name="connsiteX2" fmla="*/ 571637 w 1683637"/>
                <a:gd name="connsiteY2" fmla="*/ 1144178 h 1458732"/>
                <a:gd name="connsiteX3" fmla="*/ 955745 w 1683637"/>
                <a:gd name="connsiteY3" fmla="*/ 1451535 h 1458732"/>
                <a:gd name="connsiteX4" fmla="*/ 1573819 w 1683637"/>
                <a:gd name="connsiteY4" fmla="*/ 1458732 h 1458732"/>
                <a:gd name="connsiteX5" fmla="*/ 1683547 w 1683637"/>
                <a:gd name="connsiteY5" fmla="*/ 558962 h 1458732"/>
                <a:gd name="connsiteX6" fmla="*/ 1432818 w 1683637"/>
                <a:gd name="connsiteY6" fmla="*/ 97943 h 1458732"/>
                <a:gd name="connsiteX7" fmla="*/ 1217926 w 1683637"/>
                <a:gd name="connsiteY7" fmla="*/ 72233 h 1458732"/>
                <a:gd name="connsiteX8" fmla="*/ 995070 w 1683637"/>
                <a:gd name="connsiteY8" fmla="*/ 60315 h 1458732"/>
                <a:gd name="connsiteX9" fmla="*/ 763102 w 1683637"/>
                <a:gd name="connsiteY9" fmla="*/ 128658 h 1458732"/>
                <a:gd name="connsiteX10" fmla="*/ 735741 w 1683637"/>
                <a:gd name="connsiteY10" fmla="*/ 744541 h 1458732"/>
                <a:gd name="connsiteX11" fmla="*/ 600897 w 1683637"/>
                <a:gd name="connsiteY11" fmla="*/ 690636 h 1458732"/>
                <a:gd name="connsiteX12" fmla="*/ 307 w 1683637"/>
                <a:gd name="connsiteY12" fmla="*/ 631511 h 1458732"/>
                <a:gd name="connsiteX0" fmla="*/ 307 w 1683637"/>
                <a:gd name="connsiteY0" fmla="*/ 631511 h 1458732"/>
                <a:gd name="connsiteX1" fmla="*/ 350104 w 1683637"/>
                <a:gd name="connsiteY1" fmla="*/ 878090 h 1458732"/>
                <a:gd name="connsiteX2" fmla="*/ 571637 w 1683637"/>
                <a:gd name="connsiteY2" fmla="*/ 1144178 h 1458732"/>
                <a:gd name="connsiteX3" fmla="*/ 955745 w 1683637"/>
                <a:gd name="connsiteY3" fmla="*/ 1451535 h 1458732"/>
                <a:gd name="connsiteX4" fmla="*/ 1573819 w 1683637"/>
                <a:gd name="connsiteY4" fmla="*/ 1458732 h 1458732"/>
                <a:gd name="connsiteX5" fmla="*/ 1683547 w 1683637"/>
                <a:gd name="connsiteY5" fmla="*/ 558962 h 1458732"/>
                <a:gd name="connsiteX6" fmla="*/ 1432818 w 1683637"/>
                <a:gd name="connsiteY6" fmla="*/ 97943 h 1458732"/>
                <a:gd name="connsiteX7" fmla="*/ 1217926 w 1683637"/>
                <a:gd name="connsiteY7" fmla="*/ 72233 h 1458732"/>
                <a:gd name="connsiteX8" fmla="*/ 995070 w 1683637"/>
                <a:gd name="connsiteY8" fmla="*/ 60315 h 1458732"/>
                <a:gd name="connsiteX9" fmla="*/ 763102 w 1683637"/>
                <a:gd name="connsiteY9" fmla="*/ 128658 h 1458732"/>
                <a:gd name="connsiteX10" fmla="*/ 735741 w 1683637"/>
                <a:gd name="connsiteY10" fmla="*/ 744541 h 1458732"/>
                <a:gd name="connsiteX11" fmla="*/ 600897 w 1683637"/>
                <a:gd name="connsiteY11" fmla="*/ 690636 h 1458732"/>
                <a:gd name="connsiteX12" fmla="*/ 307 w 1683637"/>
                <a:gd name="connsiteY12" fmla="*/ 631511 h 1458732"/>
                <a:gd name="connsiteX0" fmla="*/ 307 w 1683637"/>
                <a:gd name="connsiteY0" fmla="*/ 631511 h 1458732"/>
                <a:gd name="connsiteX1" fmla="*/ 350104 w 1683637"/>
                <a:gd name="connsiteY1" fmla="*/ 878090 h 1458732"/>
                <a:gd name="connsiteX2" fmla="*/ 603609 w 1683637"/>
                <a:gd name="connsiteY2" fmla="*/ 1158387 h 1458732"/>
                <a:gd name="connsiteX3" fmla="*/ 955745 w 1683637"/>
                <a:gd name="connsiteY3" fmla="*/ 1451535 h 1458732"/>
                <a:gd name="connsiteX4" fmla="*/ 1573819 w 1683637"/>
                <a:gd name="connsiteY4" fmla="*/ 1458732 h 1458732"/>
                <a:gd name="connsiteX5" fmla="*/ 1683547 w 1683637"/>
                <a:gd name="connsiteY5" fmla="*/ 558962 h 1458732"/>
                <a:gd name="connsiteX6" fmla="*/ 1432818 w 1683637"/>
                <a:gd name="connsiteY6" fmla="*/ 97943 h 1458732"/>
                <a:gd name="connsiteX7" fmla="*/ 1217926 w 1683637"/>
                <a:gd name="connsiteY7" fmla="*/ 72233 h 1458732"/>
                <a:gd name="connsiteX8" fmla="*/ 995070 w 1683637"/>
                <a:gd name="connsiteY8" fmla="*/ 60315 h 1458732"/>
                <a:gd name="connsiteX9" fmla="*/ 763102 w 1683637"/>
                <a:gd name="connsiteY9" fmla="*/ 128658 h 1458732"/>
                <a:gd name="connsiteX10" fmla="*/ 735741 w 1683637"/>
                <a:gd name="connsiteY10" fmla="*/ 744541 h 1458732"/>
                <a:gd name="connsiteX11" fmla="*/ 600897 w 1683637"/>
                <a:gd name="connsiteY11" fmla="*/ 690636 h 1458732"/>
                <a:gd name="connsiteX12" fmla="*/ 307 w 1683637"/>
                <a:gd name="connsiteY12" fmla="*/ 631511 h 1458732"/>
                <a:gd name="connsiteX0" fmla="*/ 307 w 1683637"/>
                <a:gd name="connsiteY0" fmla="*/ 631511 h 1458732"/>
                <a:gd name="connsiteX1" fmla="*/ 350104 w 1683637"/>
                <a:gd name="connsiteY1" fmla="*/ 878090 h 1458732"/>
                <a:gd name="connsiteX2" fmla="*/ 603609 w 1683637"/>
                <a:gd name="connsiteY2" fmla="*/ 1158387 h 1458732"/>
                <a:gd name="connsiteX3" fmla="*/ 955745 w 1683637"/>
                <a:gd name="connsiteY3" fmla="*/ 1451535 h 1458732"/>
                <a:gd name="connsiteX4" fmla="*/ 1573819 w 1683637"/>
                <a:gd name="connsiteY4" fmla="*/ 1458732 h 1458732"/>
                <a:gd name="connsiteX5" fmla="*/ 1683547 w 1683637"/>
                <a:gd name="connsiteY5" fmla="*/ 558962 h 1458732"/>
                <a:gd name="connsiteX6" fmla="*/ 1432818 w 1683637"/>
                <a:gd name="connsiteY6" fmla="*/ 97943 h 1458732"/>
                <a:gd name="connsiteX7" fmla="*/ 1217926 w 1683637"/>
                <a:gd name="connsiteY7" fmla="*/ 72233 h 1458732"/>
                <a:gd name="connsiteX8" fmla="*/ 995070 w 1683637"/>
                <a:gd name="connsiteY8" fmla="*/ 60315 h 1458732"/>
                <a:gd name="connsiteX9" fmla="*/ 763102 w 1683637"/>
                <a:gd name="connsiteY9" fmla="*/ 128658 h 1458732"/>
                <a:gd name="connsiteX10" fmla="*/ 735741 w 1683637"/>
                <a:gd name="connsiteY10" fmla="*/ 744541 h 1458732"/>
                <a:gd name="connsiteX11" fmla="*/ 600897 w 1683637"/>
                <a:gd name="connsiteY11" fmla="*/ 690636 h 1458732"/>
                <a:gd name="connsiteX12" fmla="*/ 307 w 1683637"/>
                <a:gd name="connsiteY12" fmla="*/ 631511 h 1458732"/>
                <a:gd name="connsiteX0" fmla="*/ 307 w 1683637"/>
                <a:gd name="connsiteY0" fmla="*/ 631511 h 1458732"/>
                <a:gd name="connsiteX1" fmla="*/ 350104 w 1683637"/>
                <a:gd name="connsiteY1" fmla="*/ 878090 h 1458732"/>
                <a:gd name="connsiteX2" fmla="*/ 603609 w 1683637"/>
                <a:gd name="connsiteY2" fmla="*/ 1158387 h 1458732"/>
                <a:gd name="connsiteX3" fmla="*/ 955745 w 1683637"/>
                <a:gd name="connsiteY3" fmla="*/ 1451535 h 1458732"/>
                <a:gd name="connsiteX4" fmla="*/ 1573819 w 1683637"/>
                <a:gd name="connsiteY4" fmla="*/ 1458732 h 1458732"/>
                <a:gd name="connsiteX5" fmla="*/ 1683547 w 1683637"/>
                <a:gd name="connsiteY5" fmla="*/ 558962 h 1458732"/>
                <a:gd name="connsiteX6" fmla="*/ 1432818 w 1683637"/>
                <a:gd name="connsiteY6" fmla="*/ 97943 h 1458732"/>
                <a:gd name="connsiteX7" fmla="*/ 1217926 w 1683637"/>
                <a:gd name="connsiteY7" fmla="*/ 72233 h 1458732"/>
                <a:gd name="connsiteX8" fmla="*/ 995070 w 1683637"/>
                <a:gd name="connsiteY8" fmla="*/ 60315 h 1458732"/>
                <a:gd name="connsiteX9" fmla="*/ 763102 w 1683637"/>
                <a:gd name="connsiteY9" fmla="*/ 128658 h 1458732"/>
                <a:gd name="connsiteX10" fmla="*/ 735741 w 1683637"/>
                <a:gd name="connsiteY10" fmla="*/ 744541 h 1458732"/>
                <a:gd name="connsiteX11" fmla="*/ 469463 w 1683637"/>
                <a:gd name="connsiteY11" fmla="*/ 633800 h 1458732"/>
                <a:gd name="connsiteX12" fmla="*/ 307 w 1683637"/>
                <a:gd name="connsiteY12" fmla="*/ 631511 h 1458732"/>
                <a:gd name="connsiteX0" fmla="*/ 307 w 1683637"/>
                <a:gd name="connsiteY0" fmla="*/ 631511 h 1458732"/>
                <a:gd name="connsiteX1" fmla="*/ 350104 w 1683637"/>
                <a:gd name="connsiteY1" fmla="*/ 878090 h 1458732"/>
                <a:gd name="connsiteX2" fmla="*/ 603609 w 1683637"/>
                <a:gd name="connsiteY2" fmla="*/ 1158387 h 1458732"/>
                <a:gd name="connsiteX3" fmla="*/ 955745 w 1683637"/>
                <a:gd name="connsiteY3" fmla="*/ 1451535 h 1458732"/>
                <a:gd name="connsiteX4" fmla="*/ 1573819 w 1683637"/>
                <a:gd name="connsiteY4" fmla="*/ 1458732 h 1458732"/>
                <a:gd name="connsiteX5" fmla="*/ 1683547 w 1683637"/>
                <a:gd name="connsiteY5" fmla="*/ 558962 h 1458732"/>
                <a:gd name="connsiteX6" fmla="*/ 1432818 w 1683637"/>
                <a:gd name="connsiteY6" fmla="*/ 97943 h 1458732"/>
                <a:gd name="connsiteX7" fmla="*/ 1217926 w 1683637"/>
                <a:gd name="connsiteY7" fmla="*/ 72233 h 1458732"/>
                <a:gd name="connsiteX8" fmla="*/ 995070 w 1683637"/>
                <a:gd name="connsiteY8" fmla="*/ 60315 h 1458732"/>
                <a:gd name="connsiteX9" fmla="*/ 763102 w 1683637"/>
                <a:gd name="connsiteY9" fmla="*/ 128658 h 1458732"/>
                <a:gd name="connsiteX10" fmla="*/ 735741 w 1683637"/>
                <a:gd name="connsiteY10" fmla="*/ 744541 h 1458732"/>
                <a:gd name="connsiteX11" fmla="*/ 469463 w 1683637"/>
                <a:gd name="connsiteY11" fmla="*/ 633800 h 1458732"/>
                <a:gd name="connsiteX12" fmla="*/ 307 w 1683637"/>
                <a:gd name="connsiteY12" fmla="*/ 631511 h 1458732"/>
                <a:gd name="connsiteX0" fmla="*/ 307 w 1683637"/>
                <a:gd name="connsiteY0" fmla="*/ 631511 h 1458732"/>
                <a:gd name="connsiteX1" fmla="*/ 350104 w 1683637"/>
                <a:gd name="connsiteY1" fmla="*/ 878090 h 1458732"/>
                <a:gd name="connsiteX2" fmla="*/ 603609 w 1683637"/>
                <a:gd name="connsiteY2" fmla="*/ 1158387 h 1458732"/>
                <a:gd name="connsiteX3" fmla="*/ 955745 w 1683637"/>
                <a:gd name="connsiteY3" fmla="*/ 1451535 h 1458732"/>
                <a:gd name="connsiteX4" fmla="*/ 1573819 w 1683637"/>
                <a:gd name="connsiteY4" fmla="*/ 1458732 h 1458732"/>
                <a:gd name="connsiteX5" fmla="*/ 1683547 w 1683637"/>
                <a:gd name="connsiteY5" fmla="*/ 558962 h 1458732"/>
                <a:gd name="connsiteX6" fmla="*/ 1432818 w 1683637"/>
                <a:gd name="connsiteY6" fmla="*/ 97943 h 1458732"/>
                <a:gd name="connsiteX7" fmla="*/ 1217926 w 1683637"/>
                <a:gd name="connsiteY7" fmla="*/ 72233 h 1458732"/>
                <a:gd name="connsiteX8" fmla="*/ 995070 w 1683637"/>
                <a:gd name="connsiteY8" fmla="*/ 60315 h 1458732"/>
                <a:gd name="connsiteX9" fmla="*/ 763102 w 1683637"/>
                <a:gd name="connsiteY9" fmla="*/ 128658 h 1458732"/>
                <a:gd name="connsiteX10" fmla="*/ 735741 w 1683637"/>
                <a:gd name="connsiteY10" fmla="*/ 744541 h 1458732"/>
                <a:gd name="connsiteX11" fmla="*/ 469463 w 1683637"/>
                <a:gd name="connsiteY11" fmla="*/ 633800 h 1458732"/>
                <a:gd name="connsiteX12" fmla="*/ 307 w 1683637"/>
                <a:gd name="connsiteY12" fmla="*/ 631511 h 1458732"/>
                <a:gd name="connsiteX0" fmla="*/ 307 w 1683637"/>
                <a:gd name="connsiteY0" fmla="*/ 631511 h 1458732"/>
                <a:gd name="connsiteX1" fmla="*/ 350104 w 1683637"/>
                <a:gd name="connsiteY1" fmla="*/ 878090 h 1458732"/>
                <a:gd name="connsiteX2" fmla="*/ 603609 w 1683637"/>
                <a:gd name="connsiteY2" fmla="*/ 1158387 h 1458732"/>
                <a:gd name="connsiteX3" fmla="*/ 955745 w 1683637"/>
                <a:gd name="connsiteY3" fmla="*/ 1451535 h 1458732"/>
                <a:gd name="connsiteX4" fmla="*/ 1573819 w 1683637"/>
                <a:gd name="connsiteY4" fmla="*/ 1458732 h 1458732"/>
                <a:gd name="connsiteX5" fmla="*/ 1683547 w 1683637"/>
                <a:gd name="connsiteY5" fmla="*/ 558962 h 1458732"/>
                <a:gd name="connsiteX6" fmla="*/ 1432818 w 1683637"/>
                <a:gd name="connsiteY6" fmla="*/ 97943 h 1458732"/>
                <a:gd name="connsiteX7" fmla="*/ 1217926 w 1683637"/>
                <a:gd name="connsiteY7" fmla="*/ 72233 h 1458732"/>
                <a:gd name="connsiteX8" fmla="*/ 995070 w 1683637"/>
                <a:gd name="connsiteY8" fmla="*/ 60315 h 1458732"/>
                <a:gd name="connsiteX9" fmla="*/ 763102 w 1683637"/>
                <a:gd name="connsiteY9" fmla="*/ 128658 h 1458732"/>
                <a:gd name="connsiteX10" fmla="*/ 735741 w 1683637"/>
                <a:gd name="connsiteY10" fmla="*/ 744541 h 1458732"/>
                <a:gd name="connsiteX11" fmla="*/ 469463 w 1683637"/>
                <a:gd name="connsiteY11" fmla="*/ 633800 h 1458732"/>
                <a:gd name="connsiteX12" fmla="*/ 307 w 1683637"/>
                <a:gd name="connsiteY12" fmla="*/ 631511 h 145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3637" h="1458732">
                  <a:moveTo>
                    <a:pt x="307" y="631511"/>
                  </a:moveTo>
                  <a:cubicBezTo>
                    <a:pt x="-10032" y="680992"/>
                    <a:pt x="242979" y="771031"/>
                    <a:pt x="350104" y="878090"/>
                  </a:cubicBezTo>
                  <a:cubicBezTo>
                    <a:pt x="431053" y="979811"/>
                    <a:pt x="510950" y="1038905"/>
                    <a:pt x="603609" y="1158387"/>
                  </a:cubicBezTo>
                  <a:cubicBezTo>
                    <a:pt x="691391" y="1260800"/>
                    <a:pt x="824072" y="1341807"/>
                    <a:pt x="955745" y="1451535"/>
                  </a:cubicBezTo>
                  <a:lnTo>
                    <a:pt x="1573819" y="1458732"/>
                  </a:lnTo>
                  <a:cubicBezTo>
                    <a:pt x="1690862" y="1158809"/>
                    <a:pt x="1683546" y="668689"/>
                    <a:pt x="1683547" y="558962"/>
                  </a:cubicBezTo>
                  <a:cubicBezTo>
                    <a:pt x="1666692" y="-4699"/>
                    <a:pt x="1521956" y="9660"/>
                    <a:pt x="1432818" y="97943"/>
                  </a:cubicBezTo>
                  <a:cubicBezTo>
                    <a:pt x="1415603" y="-939"/>
                    <a:pt x="1276676" y="18116"/>
                    <a:pt x="1217926" y="72233"/>
                  </a:cubicBezTo>
                  <a:cubicBezTo>
                    <a:pt x="1201804" y="-29950"/>
                    <a:pt x="1015225" y="-14213"/>
                    <a:pt x="995070" y="60315"/>
                  </a:cubicBezTo>
                  <a:cubicBezTo>
                    <a:pt x="971370" y="-17903"/>
                    <a:pt x="799222" y="-38667"/>
                    <a:pt x="763102" y="128658"/>
                  </a:cubicBezTo>
                  <a:cubicBezTo>
                    <a:pt x="737369" y="247866"/>
                    <a:pt x="733090" y="336486"/>
                    <a:pt x="735741" y="744541"/>
                  </a:cubicBezTo>
                  <a:cubicBezTo>
                    <a:pt x="643470" y="809279"/>
                    <a:pt x="546120" y="683477"/>
                    <a:pt x="469463" y="633800"/>
                  </a:cubicBezTo>
                  <a:cubicBezTo>
                    <a:pt x="340860" y="530905"/>
                    <a:pt x="61917" y="453377"/>
                    <a:pt x="307" y="63151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 name="Oval 9"/>
            <p:cNvSpPr/>
            <p:nvPr/>
          </p:nvSpPr>
          <p:spPr>
            <a:xfrm>
              <a:off x="715465" y="3579675"/>
              <a:ext cx="211525" cy="211525"/>
            </a:xfrm>
            <a:prstGeom prst="ellipse">
              <a:avLst/>
            </a:prstGeom>
            <a:solidFill>
              <a:srgbClr val="44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9" name="ZoneTexte 8"/>
          <p:cNvSpPr txBox="1"/>
          <p:nvPr/>
        </p:nvSpPr>
        <p:spPr>
          <a:xfrm>
            <a:off x="3347864" y="1632724"/>
            <a:ext cx="5904656" cy="830997"/>
          </a:xfrm>
          <a:prstGeom prst="rect">
            <a:avLst/>
          </a:prstGeom>
          <a:noFill/>
        </p:spPr>
        <p:txBody>
          <a:bodyPr wrap="square" rtlCol="0">
            <a:spAutoFit/>
          </a:bodyPr>
          <a:lstStyle/>
          <a:p>
            <a:r>
              <a:rPr lang="fr-FR" sz="1600" dirty="0">
                <a:latin typeface="Times New Roman" panose="02020603050405020304" pitchFamily="18" charset="0"/>
                <a:cs typeface="Times New Roman" panose="02020603050405020304" pitchFamily="18" charset="0"/>
              </a:rPr>
              <a:t>Exécuter plusieurs types de systèmes d’exploitation (Linux, Mac OS, Windows</a:t>
            </a:r>
            <a:r>
              <a:rPr lang="fr-FR" sz="1600" dirty="0" smtClean="0">
                <a:latin typeface="Times New Roman" panose="02020603050405020304" pitchFamily="18" charset="0"/>
                <a:cs typeface="Times New Roman" panose="02020603050405020304" pitchFamily="18" charset="0"/>
              </a:rPr>
              <a:t>).</a:t>
            </a:r>
            <a:endParaRPr lang="fr-FR" sz="1600" dirty="0">
              <a:latin typeface="Times New Roman" panose="02020603050405020304" pitchFamily="18" charset="0"/>
              <a:cs typeface="Times New Roman" panose="02020603050405020304" pitchFamily="18" charset="0"/>
            </a:endParaRPr>
          </a:p>
          <a:p>
            <a:endParaRPr lang="fr-FR" sz="1600" dirty="0">
              <a:latin typeface="Times New Roman" panose="02020603050405020304" pitchFamily="18" charset="0"/>
              <a:cs typeface="Times New Roman" panose="02020603050405020304" pitchFamily="18" charset="0"/>
            </a:endParaRPr>
          </a:p>
        </p:txBody>
      </p:sp>
      <p:sp>
        <p:nvSpPr>
          <p:cNvPr id="10" name="Oval 4"/>
          <p:cNvSpPr/>
          <p:nvPr/>
        </p:nvSpPr>
        <p:spPr>
          <a:xfrm>
            <a:off x="2987824" y="1748506"/>
            <a:ext cx="333374" cy="3248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tLang="ko-KR" dirty="0" smtClean="0"/>
              <a:t>1</a:t>
            </a:r>
            <a:endParaRPr lang="ko-KR" altLang="en-US" dirty="0"/>
          </a:p>
        </p:txBody>
      </p:sp>
      <p:sp>
        <p:nvSpPr>
          <p:cNvPr id="12" name="ZoneTexte 11"/>
          <p:cNvSpPr txBox="1"/>
          <p:nvPr/>
        </p:nvSpPr>
        <p:spPr>
          <a:xfrm>
            <a:off x="3401054" y="2373321"/>
            <a:ext cx="5904656" cy="338554"/>
          </a:xfrm>
          <a:prstGeom prst="rect">
            <a:avLst/>
          </a:prstGeom>
          <a:noFill/>
        </p:spPr>
        <p:txBody>
          <a:bodyPr wrap="square" rtlCol="0">
            <a:spAutoFit/>
          </a:bodyPr>
          <a:lstStyle/>
          <a:p>
            <a:r>
              <a:rPr lang="fr-FR" sz="1600" dirty="0">
                <a:latin typeface="Times New Roman" panose="02020603050405020304" pitchFamily="18" charset="0"/>
                <a:cs typeface="Times New Roman" panose="02020603050405020304" pitchFamily="18" charset="0"/>
              </a:rPr>
              <a:t>Réduire son coût de possession du </a:t>
            </a:r>
            <a:r>
              <a:rPr lang="fr-FR" sz="1600" dirty="0" smtClean="0">
                <a:latin typeface="Times New Roman" panose="02020603050405020304" pitchFamily="18" charset="0"/>
                <a:cs typeface="Times New Roman" panose="02020603050405020304" pitchFamily="18" charset="0"/>
              </a:rPr>
              <a:t>matériel.</a:t>
            </a:r>
            <a:endParaRPr lang="fr-FR" sz="1600" dirty="0">
              <a:latin typeface="Times New Roman" panose="02020603050405020304" pitchFamily="18" charset="0"/>
              <a:cs typeface="Times New Roman" panose="02020603050405020304" pitchFamily="18" charset="0"/>
            </a:endParaRPr>
          </a:p>
        </p:txBody>
      </p:sp>
      <p:sp>
        <p:nvSpPr>
          <p:cNvPr id="13" name="Oval 4"/>
          <p:cNvSpPr/>
          <p:nvPr/>
        </p:nvSpPr>
        <p:spPr>
          <a:xfrm>
            <a:off x="2987753" y="2387747"/>
            <a:ext cx="333374" cy="3248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tLang="ko-KR" dirty="0"/>
              <a:t>2</a:t>
            </a:r>
            <a:endParaRPr lang="ko-KR" altLang="en-US" dirty="0"/>
          </a:p>
        </p:txBody>
      </p:sp>
      <p:sp>
        <p:nvSpPr>
          <p:cNvPr id="14" name="ZoneTexte 13"/>
          <p:cNvSpPr txBox="1"/>
          <p:nvPr/>
        </p:nvSpPr>
        <p:spPr>
          <a:xfrm>
            <a:off x="3401054" y="3005970"/>
            <a:ext cx="5904656" cy="338554"/>
          </a:xfrm>
          <a:prstGeom prst="rect">
            <a:avLst/>
          </a:prstGeom>
          <a:noFill/>
        </p:spPr>
        <p:txBody>
          <a:bodyPr wrap="square" rtlCol="0">
            <a:spAutoFit/>
          </a:bodyPr>
          <a:lstStyle/>
          <a:p>
            <a:r>
              <a:rPr lang="fr-FR" sz="1600" dirty="0">
                <a:latin typeface="Times New Roman" panose="02020603050405020304" pitchFamily="18" charset="0"/>
                <a:cs typeface="Times New Roman" panose="02020603050405020304" pitchFamily="18" charset="0"/>
              </a:rPr>
              <a:t>Rapidité de déploiement</a:t>
            </a:r>
          </a:p>
        </p:txBody>
      </p:sp>
      <p:sp>
        <p:nvSpPr>
          <p:cNvPr id="15" name="Oval 4"/>
          <p:cNvSpPr/>
          <p:nvPr/>
        </p:nvSpPr>
        <p:spPr>
          <a:xfrm>
            <a:off x="2987753" y="3019704"/>
            <a:ext cx="333374" cy="3248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tLang="ko-KR" dirty="0"/>
              <a:t>3</a:t>
            </a:r>
            <a:endParaRPr lang="ko-KR" altLang="en-US" dirty="0"/>
          </a:p>
        </p:txBody>
      </p:sp>
      <p:sp>
        <p:nvSpPr>
          <p:cNvPr id="16" name="ZoneTexte 15"/>
          <p:cNvSpPr txBox="1"/>
          <p:nvPr/>
        </p:nvSpPr>
        <p:spPr>
          <a:xfrm>
            <a:off x="3378469" y="3627812"/>
            <a:ext cx="5904656" cy="338554"/>
          </a:xfrm>
          <a:prstGeom prst="rect">
            <a:avLst/>
          </a:prstGeom>
          <a:noFill/>
        </p:spPr>
        <p:txBody>
          <a:bodyPr wrap="square" rtlCol="0">
            <a:spAutoFit/>
          </a:bodyPr>
          <a:lstStyle/>
          <a:p>
            <a:r>
              <a:rPr lang="fr-FR" sz="1600" dirty="0">
                <a:latin typeface="Times New Roman" panose="02020603050405020304" pitchFamily="18" charset="0"/>
                <a:cs typeface="Times New Roman" panose="02020603050405020304" pitchFamily="18" charset="0"/>
              </a:rPr>
              <a:t>Souplesse d’évolution du matériel</a:t>
            </a:r>
          </a:p>
        </p:txBody>
      </p:sp>
      <p:sp>
        <p:nvSpPr>
          <p:cNvPr id="17" name="Oval 4"/>
          <p:cNvSpPr/>
          <p:nvPr/>
        </p:nvSpPr>
        <p:spPr>
          <a:xfrm>
            <a:off x="2987753" y="3662321"/>
            <a:ext cx="333374" cy="3248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tLang="ko-KR" dirty="0"/>
              <a:t>4</a:t>
            </a:r>
            <a:endParaRPr lang="ko-KR" altLang="en-US" dirty="0"/>
          </a:p>
        </p:txBody>
      </p:sp>
      <p:sp>
        <p:nvSpPr>
          <p:cNvPr id="18" name="ZoneTexte 17"/>
          <p:cNvSpPr txBox="1"/>
          <p:nvPr/>
        </p:nvSpPr>
        <p:spPr>
          <a:xfrm>
            <a:off x="3381598" y="4147215"/>
            <a:ext cx="5904656" cy="584775"/>
          </a:xfrm>
          <a:prstGeom prst="rect">
            <a:avLst/>
          </a:prstGeom>
          <a:noFill/>
        </p:spPr>
        <p:txBody>
          <a:bodyPr wrap="square" rtlCol="0">
            <a:spAutoFit/>
          </a:bodyPr>
          <a:lstStyle/>
          <a:p>
            <a:r>
              <a:rPr lang="fr-FR" sz="1600" dirty="0">
                <a:latin typeface="Times New Roman" panose="02020603050405020304" pitchFamily="18" charset="0"/>
                <a:cs typeface="Times New Roman" panose="02020603050405020304" pitchFamily="18" charset="0"/>
              </a:rPr>
              <a:t>Rentabiliser son infrastructure et ses ressources du fait d’une </a:t>
            </a:r>
            <a:endParaRPr lang="fr-FR" sz="1600" dirty="0" smtClean="0">
              <a:latin typeface="Times New Roman" panose="02020603050405020304" pitchFamily="18" charset="0"/>
              <a:cs typeface="Times New Roman" panose="02020603050405020304" pitchFamily="18" charset="0"/>
            </a:endParaRPr>
          </a:p>
          <a:p>
            <a:r>
              <a:rPr lang="fr-FR" sz="1600" dirty="0" smtClean="0">
                <a:latin typeface="Times New Roman" panose="02020603050405020304" pitchFamily="18" charset="0"/>
                <a:cs typeface="Times New Roman" panose="02020603050405020304" pitchFamily="18" charset="0"/>
              </a:rPr>
              <a:t>utilisation </a:t>
            </a:r>
            <a:r>
              <a:rPr lang="fr-FR" sz="1600" dirty="0">
                <a:latin typeface="Times New Roman" panose="02020603050405020304" pitchFamily="18" charset="0"/>
                <a:cs typeface="Times New Roman" panose="02020603050405020304" pitchFamily="18" charset="0"/>
              </a:rPr>
              <a:t>plus intelligente</a:t>
            </a:r>
          </a:p>
        </p:txBody>
      </p:sp>
      <p:sp>
        <p:nvSpPr>
          <p:cNvPr id="19" name="Oval 4"/>
          <p:cNvSpPr/>
          <p:nvPr/>
        </p:nvSpPr>
        <p:spPr>
          <a:xfrm>
            <a:off x="2987753" y="4294278"/>
            <a:ext cx="333374" cy="3248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tLang="ko-KR" dirty="0"/>
              <a:t>5</a:t>
            </a:r>
            <a:endParaRPr lang="ko-KR" altLang="en-US" dirty="0"/>
          </a:p>
        </p:txBody>
      </p:sp>
      <p:sp>
        <p:nvSpPr>
          <p:cNvPr id="20" name="ZoneTexte 19"/>
          <p:cNvSpPr txBox="1"/>
          <p:nvPr/>
        </p:nvSpPr>
        <p:spPr>
          <a:xfrm>
            <a:off x="8604448" y="4645257"/>
            <a:ext cx="312906" cy="369332"/>
          </a:xfrm>
          <a:prstGeom prst="rect">
            <a:avLst/>
          </a:prstGeom>
          <a:noFill/>
        </p:spPr>
        <p:txBody>
          <a:bodyPr wrap="none" rtlCol="0">
            <a:spAutoFit/>
          </a:bodyPr>
          <a:lstStyle/>
          <a:p>
            <a:r>
              <a:rPr lang="fr-FR" dirty="0"/>
              <a:t>7</a:t>
            </a:r>
          </a:p>
        </p:txBody>
      </p:sp>
    </p:spTree>
    <p:extLst>
      <p:ext uri="{BB962C8B-B14F-4D97-AF65-F5344CB8AC3E}">
        <p14:creationId xmlns:p14="http://schemas.microsoft.com/office/powerpoint/2010/main" val="348766194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randombar(horizontal)">
                                      <p:cBhvr>
                                        <p:cTn id="15" dur="500"/>
                                        <p:tgtEl>
                                          <p:spTgt spid="13"/>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randombar(horizont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randombar(horizontal)">
                                      <p:cBhvr>
                                        <p:cTn id="23" dur="500"/>
                                        <p:tgtEl>
                                          <p:spTgt spid="15"/>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randombar(horizontal)">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randombar(horizontal)">
                                      <p:cBhvr>
                                        <p:cTn id="31" dur="500"/>
                                        <p:tgtEl>
                                          <p:spTgt spid="16"/>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randombar(horizontal)">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randombar(horizontal)">
                                      <p:cBhvr>
                                        <p:cTn id="39" dur="500"/>
                                        <p:tgtEl>
                                          <p:spTgt spid="19"/>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randombar(horizontal)">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2" grpId="0"/>
      <p:bldP spid="13" grpId="0" animBg="1"/>
      <p:bldP spid="14" grpId="0"/>
      <p:bldP spid="15" grpId="0" animBg="1"/>
      <p:bldP spid="16" grpId="0"/>
      <p:bldP spid="17" grpId="0" animBg="1"/>
      <p:bldP spid="18" grpId="0"/>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10"/>
          </p:nvPr>
        </p:nvSpPr>
        <p:spPr>
          <a:xfrm>
            <a:off x="2748186" y="1707655"/>
            <a:ext cx="3744416" cy="576063"/>
          </a:xfrm>
        </p:spPr>
        <p:txBody>
          <a:bodyPr/>
          <a:lstStyle/>
          <a:p>
            <a:r>
              <a:rPr lang="en-US" altLang="ko-KR" dirty="0"/>
              <a:t>Cadre </a:t>
            </a:r>
            <a:r>
              <a:rPr lang="en-US" altLang="ko-KR" dirty="0" smtClean="0"/>
              <a:t>général</a:t>
            </a:r>
            <a:endParaRPr lang="ko-KR" altLang="en-US" dirty="0"/>
          </a:p>
        </p:txBody>
      </p:sp>
      <p:sp>
        <p:nvSpPr>
          <p:cNvPr id="8" name="Espace réservé du texte 5"/>
          <p:cNvSpPr>
            <a:spLocks noGrp="1"/>
          </p:cNvSpPr>
          <p:nvPr>
            <p:ph type="body" sz="quarter" idx="11"/>
          </p:nvPr>
        </p:nvSpPr>
        <p:spPr>
          <a:xfrm>
            <a:off x="2741928" y="3003798"/>
            <a:ext cx="3744416" cy="288032"/>
          </a:xfrm>
        </p:spPr>
        <p:txBody>
          <a:bodyPr/>
          <a:lstStyle/>
          <a:p>
            <a:r>
              <a:rPr lang="fr-FR" sz="2400" dirty="0" smtClean="0">
                <a:latin typeface="Times New Roman" panose="02020603050405020304" pitchFamily="18" charset="0"/>
                <a:cs typeface="Times New Roman" panose="02020603050405020304" pitchFamily="18" charset="0"/>
              </a:rPr>
              <a:t>Solution proposée </a:t>
            </a:r>
            <a:endParaRPr lang="fr-FR" sz="2400" dirty="0">
              <a:latin typeface="Times New Roman" panose="02020603050405020304" pitchFamily="18" charset="0"/>
              <a:cs typeface="Times New Roman" panose="02020603050405020304" pitchFamily="18" charset="0"/>
            </a:endParaRPr>
          </a:p>
        </p:txBody>
      </p:sp>
      <p:sp>
        <p:nvSpPr>
          <p:cNvPr id="10" name="ZoneTexte 9"/>
          <p:cNvSpPr txBox="1"/>
          <p:nvPr/>
        </p:nvSpPr>
        <p:spPr>
          <a:xfrm>
            <a:off x="3625724" y="2373857"/>
            <a:ext cx="1976823" cy="461665"/>
          </a:xfrm>
          <a:prstGeom prst="rect">
            <a:avLst/>
          </a:prstGeom>
          <a:noFill/>
        </p:spPr>
        <p:txBody>
          <a:bodyPr wrap="none" rtlCol="0">
            <a:spAutoFit/>
          </a:bodyPr>
          <a:lstStyle/>
          <a:p>
            <a:r>
              <a:rPr lang="fr-FR" sz="2400" dirty="0">
                <a:solidFill>
                  <a:schemeClr val="tx1">
                    <a:lumMod val="75000"/>
                    <a:lumOff val="25000"/>
                  </a:schemeClr>
                </a:solidFill>
                <a:latin typeface="Times New Roman" panose="02020603050405020304" pitchFamily="18" charset="0"/>
                <a:cs typeface="Times New Roman" panose="02020603050405020304" pitchFamily="18" charset="0"/>
              </a:rPr>
              <a:t>P</a:t>
            </a:r>
            <a:r>
              <a:rPr lang="fr-FR" sz="2400" dirty="0" smtClean="0">
                <a:solidFill>
                  <a:schemeClr val="tx1">
                    <a:lumMod val="75000"/>
                    <a:lumOff val="25000"/>
                  </a:schemeClr>
                </a:solidFill>
                <a:latin typeface="Times New Roman" panose="02020603050405020304" pitchFamily="18" charset="0"/>
                <a:cs typeface="Times New Roman" panose="02020603050405020304" pitchFamily="18" charset="0"/>
              </a:rPr>
              <a:t>roblématique</a:t>
            </a:r>
            <a:endParaRPr lang="fr-FR" sz="2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5" name="Espace réservé du texte 5"/>
          <p:cNvSpPr txBox="1">
            <a:spLocks/>
          </p:cNvSpPr>
          <p:nvPr/>
        </p:nvSpPr>
        <p:spPr>
          <a:xfrm>
            <a:off x="2741928" y="3555602"/>
            <a:ext cx="3744416" cy="288032"/>
          </a:xfrm>
          <a:prstGeom prst="rect">
            <a:avLst/>
          </a:prstGeom>
        </p:spPr>
        <p:txBody>
          <a:bodyPr anchor="ctr"/>
          <a:lstStyle>
            <a:lvl1pPr marL="0" indent="0" algn="ctr" defTabSz="914400" rtl="0" eaLnBrk="1" latinLnBrk="1" hangingPunct="1">
              <a:spcBef>
                <a:spcPct val="20000"/>
              </a:spcBef>
              <a:buFont typeface="Arial" pitchFamily="34" charset="0"/>
              <a:buNone/>
              <a:defRPr sz="1400" b="0" kern="1200" baseline="0">
                <a:solidFill>
                  <a:schemeClr val="tx1">
                    <a:lumMod val="75000"/>
                    <a:lumOff val="25000"/>
                  </a:schemeClr>
                </a:solidFill>
                <a:latin typeface="+mn-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fr-FR" sz="2400" dirty="0" smtClean="0">
                <a:latin typeface="Times New Roman" panose="02020603050405020304" pitchFamily="18" charset="0"/>
                <a:cs typeface="Times New Roman" panose="02020603050405020304" pitchFamily="18" charset="0"/>
              </a:rPr>
              <a:t>Objectifs</a:t>
            </a:r>
            <a:endParaRPr lang="fr-FR" sz="2400" dirty="0">
              <a:latin typeface="Times New Roman" panose="02020603050405020304" pitchFamily="18" charset="0"/>
              <a:cs typeface="Times New Roman" panose="02020603050405020304" pitchFamily="18" charset="0"/>
            </a:endParaRPr>
          </a:p>
        </p:txBody>
      </p:sp>
      <p:sp>
        <p:nvSpPr>
          <p:cNvPr id="7" name="ZoneTexte 6"/>
          <p:cNvSpPr txBox="1"/>
          <p:nvPr/>
        </p:nvSpPr>
        <p:spPr>
          <a:xfrm>
            <a:off x="8316416" y="4486053"/>
            <a:ext cx="312906" cy="369332"/>
          </a:xfrm>
          <a:prstGeom prst="rect">
            <a:avLst/>
          </a:prstGeom>
          <a:noFill/>
        </p:spPr>
        <p:txBody>
          <a:bodyPr wrap="none" rtlCol="0">
            <a:spAutoFit/>
          </a:bodyPr>
          <a:lstStyle/>
          <a:p>
            <a:r>
              <a:rPr lang="fr-FR" dirty="0"/>
              <a:t>8</a:t>
            </a:r>
          </a:p>
        </p:txBody>
      </p:sp>
    </p:spTree>
    <p:extLst>
      <p:ext uri="{BB962C8B-B14F-4D97-AF65-F5344CB8AC3E}">
        <p14:creationId xmlns:p14="http://schemas.microsoft.com/office/powerpoint/2010/main" val="4091732625"/>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1000"/>
                                        <p:tgtEl>
                                          <p:spTgt spid="5">
                                            <p:txEl>
                                              <p:pRg st="0" end="0"/>
                                            </p:txEl>
                                          </p:spTgt>
                                        </p:tgtEl>
                                      </p:cBhvr>
                                    </p:animEffect>
                                    <p:anim calcmode="lin" valueType="num">
                                      <p:cBhvr>
                                        <p:cTn id="27"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P spid="10" grpId="0"/>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endParaRPr lang="en-US" altLang="ko-KR" dirty="0" smtClean="0"/>
          </a:p>
          <a:p>
            <a:r>
              <a:rPr lang="en-US" altLang="ko-KR" dirty="0" smtClean="0"/>
              <a:t>Cadre général</a:t>
            </a:r>
            <a:endParaRPr lang="ko-KR" altLang="en-US" dirty="0"/>
          </a:p>
          <a:p>
            <a:endParaRPr lang="fr-FR" dirty="0"/>
          </a:p>
        </p:txBody>
      </p:sp>
      <p:sp>
        <p:nvSpPr>
          <p:cNvPr id="3" name="Espace réservé du texte 2"/>
          <p:cNvSpPr>
            <a:spLocks noGrp="1"/>
          </p:cNvSpPr>
          <p:nvPr>
            <p:ph type="body" sz="quarter" idx="11"/>
          </p:nvPr>
        </p:nvSpPr>
        <p:spPr/>
        <p:txBody>
          <a:bodyPr/>
          <a:lstStyle/>
          <a:p>
            <a:endParaRPr lang="fr-FR" dirty="0" smtClean="0">
              <a:latin typeface="Times New Roman" panose="02020603050405020304" pitchFamily="18" charset="0"/>
              <a:cs typeface="Times New Roman" panose="02020603050405020304" pitchFamily="18" charset="0"/>
            </a:endParaRPr>
          </a:p>
          <a:p>
            <a:r>
              <a:rPr lang="fr-FR" sz="1800" dirty="0">
                <a:latin typeface="Times New Roman" panose="02020603050405020304" pitchFamily="18" charset="0"/>
                <a:cs typeface="Times New Roman" panose="02020603050405020304" pitchFamily="18" charset="0"/>
              </a:rPr>
              <a:t>Problématique</a:t>
            </a:r>
          </a:p>
          <a:p>
            <a:endParaRPr lang="fr-FR" dirty="0"/>
          </a:p>
        </p:txBody>
      </p:sp>
      <p:sp>
        <p:nvSpPr>
          <p:cNvPr id="4" name="ZoneTexte 3"/>
          <p:cNvSpPr txBox="1"/>
          <p:nvPr/>
        </p:nvSpPr>
        <p:spPr>
          <a:xfrm>
            <a:off x="202855" y="1647927"/>
            <a:ext cx="8738290" cy="369332"/>
          </a:xfrm>
          <a:prstGeom prst="rect">
            <a:avLst/>
          </a:prstGeom>
          <a:noFill/>
        </p:spPr>
        <p:txBody>
          <a:bodyPr wrap="none" rtlCol="0">
            <a:spAutoFit/>
          </a:bodyPr>
          <a:lstStyle/>
          <a:p>
            <a:r>
              <a:rPr lang="fr-FR" dirty="0" smtClean="0"/>
              <a:t>Comment exécuter un code sans l’installation du logiciel sur la machine physique? </a:t>
            </a:r>
            <a:endParaRPr lang="fr-FR" dirty="0"/>
          </a:p>
        </p:txBody>
      </p:sp>
      <p:sp>
        <p:nvSpPr>
          <p:cNvPr id="5" name="ZoneTexte 4"/>
          <p:cNvSpPr txBox="1"/>
          <p:nvPr/>
        </p:nvSpPr>
        <p:spPr>
          <a:xfrm>
            <a:off x="202855" y="2418442"/>
            <a:ext cx="8064896" cy="369332"/>
          </a:xfrm>
          <a:prstGeom prst="rect">
            <a:avLst/>
          </a:prstGeom>
          <a:noFill/>
        </p:spPr>
        <p:txBody>
          <a:bodyPr wrap="square" rtlCol="0">
            <a:spAutoFit/>
          </a:bodyPr>
          <a:lstStyle/>
          <a:p>
            <a:r>
              <a:rPr lang="fr-FR" dirty="0" smtClean="0"/>
              <a:t>Comment partager </a:t>
            </a:r>
            <a:r>
              <a:rPr lang="fr-FR" dirty="0"/>
              <a:t>des processus entre différentes </a:t>
            </a:r>
            <a:r>
              <a:rPr lang="fr-FR" dirty="0" smtClean="0"/>
              <a:t>applications?</a:t>
            </a:r>
            <a:endParaRPr lang="fr-FR" dirty="0"/>
          </a:p>
        </p:txBody>
      </p:sp>
      <p:sp>
        <p:nvSpPr>
          <p:cNvPr id="6" name="ZoneTexte 5"/>
          <p:cNvSpPr txBox="1"/>
          <p:nvPr/>
        </p:nvSpPr>
        <p:spPr>
          <a:xfrm>
            <a:off x="202855" y="3291830"/>
            <a:ext cx="8257577" cy="369332"/>
          </a:xfrm>
          <a:prstGeom prst="rect">
            <a:avLst/>
          </a:prstGeom>
          <a:noFill/>
        </p:spPr>
        <p:txBody>
          <a:bodyPr wrap="square" rtlCol="0">
            <a:spAutoFit/>
          </a:bodyPr>
          <a:lstStyle/>
          <a:p>
            <a:r>
              <a:rPr lang="fr-FR" dirty="0" smtClean="0"/>
              <a:t>Comment isoler les différents instances virtuelles afin de renforcer la sécurité?</a:t>
            </a:r>
            <a:endParaRPr lang="fr-FR" dirty="0"/>
          </a:p>
        </p:txBody>
      </p:sp>
      <p:sp>
        <p:nvSpPr>
          <p:cNvPr id="7" name="ZoneTexte 6"/>
          <p:cNvSpPr txBox="1"/>
          <p:nvPr/>
        </p:nvSpPr>
        <p:spPr>
          <a:xfrm>
            <a:off x="202854" y="3980552"/>
            <a:ext cx="8257577" cy="369332"/>
          </a:xfrm>
          <a:prstGeom prst="rect">
            <a:avLst/>
          </a:prstGeom>
          <a:noFill/>
        </p:spPr>
        <p:txBody>
          <a:bodyPr wrap="square" rtlCol="0">
            <a:spAutoFit/>
          </a:bodyPr>
          <a:lstStyle/>
          <a:p>
            <a:r>
              <a:rPr lang="fr-FR" dirty="0" smtClean="0"/>
              <a:t>Comment pouvoir gérer une grande quantité de données?</a:t>
            </a:r>
            <a:endParaRPr lang="fr-FR" dirty="0"/>
          </a:p>
        </p:txBody>
      </p:sp>
      <p:sp>
        <p:nvSpPr>
          <p:cNvPr id="8" name="ZoneTexte 7"/>
          <p:cNvSpPr txBox="1"/>
          <p:nvPr/>
        </p:nvSpPr>
        <p:spPr>
          <a:xfrm>
            <a:off x="8316416" y="4486053"/>
            <a:ext cx="312906" cy="369332"/>
          </a:xfrm>
          <a:prstGeom prst="rect">
            <a:avLst/>
          </a:prstGeom>
          <a:noFill/>
        </p:spPr>
        <p:txBody>
          <a:bodyPr wrap="none" rtlCol="0">
            <a:spAutoFit/>
          </a:bodyPr>
          <a:lstStyle/>
          <a:p>
            <a:r>
              <a:rPr lang="fr-FR" dirty="0"/>
              <a:t>9</a:t>
            </a:r>
          </a:p>
        </p:txBody>
      </p:sp>
    </p:spTree>
    <p:extLst>
      <p:ext uri="{BB962C8B-B14F-4D97-AF65-F5344CB8AC3E}">
        <p14:creationId xmlns:p14="http://schemas.microsoft.com/office/powerpoint/2010/main" val="1133179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0"/>
          </p:nvPr>
        </p:nvSpPr>
        <p:spPr>
          <a:xfrm>
            <a:off x="0" y="123478"/>
            <a:ext cx="9144000" cy="576064"/>
          </a:xfrm>
        </p:spPr>
        <p:txBody>
          <a:bodyPr/>
          <a:lstStyle/>
          <a:p>
            <a:endParaRPr lang="en-US" altLang="ko-KR" dirty="0" smtClean="0"/>
          </a:p>
          <a:p>
            <a:r>
              <a:rPr lang="en-US" altLang="ko-KR" dirty="0" smtClean="0"/>
              <a:t>Cadre général</a:t>
            </a:r>
            <a:endParaRPr lang="ko-KR" altLang="en-US" dirty="0"/>
          </a:p>
          <a:p>
            <a:endParaRPr lang="ko-KR" altLang="en-US" dirty="0"/>
          </a:p>
        </p:txBody>
      </p:sp>
      <p:sp>
        <p:nvSpPr>
          <p:cNvPr id="5" name="Text Placeholder 2"/>
          <p:cNvSpPr>
            <a:spLocks noGrp="1"/>
          </p:cNvSpPr>
          <p:nvPr>
            <p:ph type="body" sz="quarter" idx="11"/>
          </p:nvPr>
        </p:nvSpPr>
        <p:spPr>
          <a:xfrm>
            <a:off x="-107504" y="699542"/>
            <a:ext cx="9144000" cy="288032"/>
          </a:xfrm>
        </p:spPr>
        <p:txBody>
          <a:bodyPr/>
          <a:lstStyle/>
          <a:p>
            <a:endParaRPr lang="fr-FR" sz="1800" dirty="0" smtClean="0">
              <a:latin typeface="Times New Roman" panose="02020603050405020304" pitchFamily="18" charset="0"/>
              <a:cs typeface="Times New Roman" panose="02020603050405020304" pitchFamily="18" charset="0"/>
            </a:endParaRPr>
          </a:p>
          <a:p>
            <a:endParaRPr lang="fr-FR" sz="1800" dirty="0" smtClean="0">
              <a:latin typeface="Times New Roman" panose="02020603050405020304" pitchFamily="18" charset="0"/>
              <a:cs typeface="Times New Roman" panose="02020603050405020304" pitchFamily="18" charset="0"/>
            </a:endParaRPr>
          </a:p>
          <a:p>
            <a:r>
              <a:rPr lang="fr-FR" sz="1800" dirty="0" smtClean="0">
                <a:latin typeface="Times New Roman" panose="02020603050405020304" pitchFamily="18" charset="0"/>
                <a:cs typeface="Times New Roman" panose="02020603050405020304" pitchFamily="18" charset="0"/>
              </a:rPr>
              <a:t>Solution </a:t>
            </a:r>
            <a:r>
              <a:rPr lang="fr-FR" sz="1800" dirty="0">
                <a:latin typeface="Times New Roman" panose="02020603050405020304" pitchFamily="18" charset="0"/>
                <a:cs typeface="Times New Roman" panose="02020603050405020304" pitchFamily="18" charset="0"/>
              </a:rPr>
              <a:t>proposée </a:t>
            </a:r>
          </a:p>
          <a:p>
            <a:endParaRPr lang="fr-FR" sz="1800" dirty="0">
              <a:latin typeface="Times New Roman" panose="02020603050405020304" pitchFamily="18" charset="0"/>
              <a:cs typeface="Times New Roman" panose="02020603050405020304" pitchFamily="18" charset="0"/>
            </a:endParaRPr>
          </a:p>
          <a:p>
            <a:pPr lvl="0"/>
            <a:endParaRPr lang="en-US" altLang="ko-KR" sz="1800"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343666" y="1818560"/>
            <a:ext cx="8670884" cy="2585323"/>
          </a:xfrm>
          <a:prstGeom prst="rect">
            <a:avLst/>
          </a:prstGeom>
          <a:noFill/>
        </p:spPr>
        <p:txBody>
          <a:bodyPr wrap="square" rtlCol="0">
            <a:spAutoFit/>
          </a:bodyPr>
          <a:lstStyle/>
          <a:p>
            <a:pPr algn="just">
              <a:lnSpc>
                <a:spcPct val="150000"/>
              </a:lnSpc>
            </a:pPr>
            <a:r>
              <a:rPr lang="fr-FR" dirty="0">
                <a:latin typeface="Times New Roman" panose="02020603050405020304" pitchFamily="18" charset="0"/>
                <a:cs typeface="Times New Roman" panose="02020603050405020304" pitchFamily="18" charset="0"/>
              </a:rPr>
              <a:t/>
            </a:r>
            <a:br>
              <a:rPr lang="fr-FR" dirty="0">
                <a:latin typeface="Times New Roman" panose="02020603050405020304" pitchFamily="18" charset="0"/>
                <a:cs typeface="Times New Roman" panose="02020603050405020304" pitchFamily="18" charset="0"/>
              </a:rPr>
            </a:br>
            <a:r>
              <a:rPr lang="fr-FR" dirty="0" smtClean="0">
                <a:latin typeface="Times New Roman" panose="02020603050405020304" pitchFamily="18" charset="0"/>
                <a:cs typeface="Times New Roman" panose="02020603050405020304" pitchFamily="18" charset="0"/>
              </a:rPr>
              <a:t>L’idée principale de notre projet consiste à développer un site web éducatif « Learn code ».</a:t>
            </a:r>
          </a:p>
          <a:p>
            <a:pPr algn="just">
              <a:lnSpc>
                <a:spcPct val="150000"/>
              </a:lnSpc>
            </a:pPr>
            <a:r>
              <a:rPr lang="fr-FR" dirty="0" smtClean="0">
                <a:latin typeface="Times New Roman" panose="02020603050405020304" pitchFamily="18" charset="0"/>
                <a:cs typeface="Times New Roman" panose="02020603050405020304" pitchFamily="18" charset="0"/>
              </a:rPr>
              <a:t>qui permet à un utilisateur inscrit d’accéder à des cours en plusieurs langages de</a:t>
            </a:r>
          </a:p>
          <a:p>
            <a:pPr algn="just">
              <a:lnSpc>
                <a:spcPct val="150000"/>
              </a:lnSpc>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programmation (Python, Java, Ruby </a:t>
            </a:r>
            <a:r>
              <a:rPr lang="fr-FR" dirty="0" smtClean="0">
                <a:latin typeface="Times New Roman" panose="02020603050405020304" pitchFamily="18" charset="0"/>
                <a:cs typeface="Times New Roman" panose="02020603050405020304" pitchFamily="18" charset="0"/>
              </a:rPr>
              <a:t>…).</a:t>
            </a:r>
          </a:p>
          <a:p>
            <a:pPr algn="just">
              <a:lnSpc>
                <a:spcPct val="150000"/>
              </a:lnSpc>
            </a:pPr>
            <a:r>
              <a:rPr lang="fr-FR" dirty="0">
                <a:latin typeface="Times New Roman" panose="02020603050405020304" pitchFamily="18" charset="0"/>
                <a:cs typeface="Times New Roman" panose="02020603050405020304" pitchFamily="18" charset="0"/>
              </a:rPr>
              <a:t>E</a:t>
            </a:r>
            <a:r>
              <a:rPr lang="fr-FR" dirty="0" smtClean="0">
                <a:latin typeface="Times New Roman" panose="02020603050405020304" pitchFamily="18" charset="0"/>
                <a:cs typeface="Times New Roman" panose="02020603050405020304" pitchFamily="18" charset="0"/>
              </a:rPr>
              <a:t>n plus Learn code fournit </a:t>
            </a:r>
            <a:r>
              <a:rPr lang="fr-FR" dirty="0">
                <a:latin typeface="Times New Roman" panose="02020603050405020304" pitchFamily="18" charset="0"/>
                <a:cs typeface="Times New Roman" panose="02020603050405020304" pitchFamily="18" charset="0"/>
              </a:rPr>
              <a:t>à</a:t>
            </a:r>
            <a:r>
              <a:rPr lang="fr-FR" dirty="0" smtClean="0">
                <a:latin typeface="Times New Roman" panose="02020603050405020304" pitchFamily="18" charset="0"/>
                <a:cs typeface="Times New Roman" panose="02020603050405020304" pitchFamily="18" charset="0"/>
              </a:rPr>
              <a:t> cet utilisateur un compilateur pour lui permet de pratiquer les </a:t>
            </a:r>
          </a:p>
          <a:p>
            <a:pPr algn="just">
              <a:lnSpc>
                <a:spcPct val="150000"/>
              </a:lnSpc>
            </a:pPr>
            <a:r>
              <a:rPr lang="fr-FR" dirty="0" smtClean="0">
                <a:latin typeface="Times New Roman" panose="02020603050405020304" pitchFamily="18" charset="0"/>
                <a:cs typeface="Times New Roman" panose="02020603050405020304" pitchFamily="18" charset="0"/>
              </a:rPr>
              <a:t>cours étudiés grâce à l’utilisation de la nouvelle technologie « Docker ».</a:t>
            </a:r>
            <a:endParaRPr lang="fr-FR" dirty="0">
              <a:latin typeface="Times New Roman" panose="02020603050405020304" pitchFamily="18" charset="0"/>
              <a:cs typeface="Times New Roman" panose="02020603050405020304" pitchFamily="18" charset="0"/>
            </a:endParaRPr>
          </a:p>
        </p:txBody>
      </p:sp>
      <p:sp>
        <p:nvSpPr>
          <p:cNvPr id="2" name="Organigramme : Connecteur 1"/>
          <p:cNvSpPr/>
          <p:nvPr/>
        </p:nvSpPr>
        <p:spPr>
          <a:xfrm>
            <a:off x="899592" y="1151676"/>
            <a:ext cx="1008112" cy="988026"/>
          </a:xfrm>
          <a:prstGeom prst="flowChartConnector">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cxnSp>
        <p:nvCxnSpPr>
          <p:cNvPr id="9" name="Connecteur droit 8"/>
          <p:cNvCxnSpPr/>
          <p:nvPr/>
        </p:nvCxnSpPr>
        <p:spPr>
          <a:xfrm>
            <a:off x="1937913" y="1645689"/>
            <a:ext cx="6882559" cy="36004"/>
          </a:xfrm>
          <a:prstGeom prst="line">
            <a:avLst/>
          </a:prstGeom>
        </p:spPr>
        <p:style>
          <a:lnRef idx="3">
            <a:schemeClr val="accent3"/>
          </a:lnRef>
          <a:fillRef idx="0">
            <a:schemeClr val="accent3"/>
          </a:fillRef>
          <a:effectRef idx="2">
            <a:schemeClr val="accent3"/>
          </a:effectRef>
          <a:fontRef idx="minor">
            <a:schemeClr val="tx1"/>
          </a:fontRef>
        </p:style>
      </p:cxnSp>
      <p:cxnSp>
        <p:nvCxnSpPr>
          <p:cNvPr id="10" name="Connecteur droit 9"/>
          <p:cNvCxnSpPr/>
          <p:nvPr/>
        </p:nvCxnSpPr>
        <p:spPr>
          <a:xfrm flipV="1">
            <a:off x="251520" y="4872969"/>
            <a:ext cx="8568952" cy="3037"/>
          </a:xfrm>
          <a:prstGeom prst="line">
            <a:avLst/>
          </a:prstGeom>
        </p:spPr>
        <p:style>
          <a:lnRef idx="3">
            <a:schemeClr val="accent3"/>
          </a:lnRef>
          <a:fillRef idx="0">
            <a:schemeClr val="accent3"/>
          </a:fillRef>
          <a:effectRef idx="2">
            <a:schemeClr val="accent3"/>
          </a:effectRef>
          <a:fontRef idx="minor">
            <a:schemeClr val="tx1"/>
          </a:fontRef>
        </p:style>
      </p:cxnSp>
      <p:cxnSp>
        <p:nvCxnSpPr>
          <p:cNvPr id="11" name="Connecteur droit 10"/>
          <p:cNvCxnSpPr/>
          <p:nvPr/>
        </p:nvCxnSpPr>
        <p:spPr>
          <a:xfrm flipV="1">
            <a:off x="8820472" y="1681693"/>
            <a:ext cx="0" cy="3191277"/>
          </a:xfrm>
          <a:prstGeom prst="line">
            <a:avLst/>
          </a:prstGeom>
        </p:spPr>
        <p:style>
          <a:lnRef idx="3">
            <a:schemeClr val="accent3"/>
          </a:lnRef>
          <a:fillRef idx="0">
            <a:schemeClr val="accent3"/>
          </a:fillRef>
          <a:effectRef idx="2">
            <a:schemeClr val="accent3"/>
          </a:effectRef>
          <a:fontRef idx="minor">
            <a:schemeClr val="tx1"/>
          </a:fontRef>
        </p:style>
      </p:cxnSp>
      <p:cxnSp>
        <p:nvCxnSpPr>
          <p:cNvPr id="18" name="Connecteur droit 17"/>
          <p:cNvCxnSpPr/>
          <p:nvPr/>
        </p:nvCxnSpPr>
        <p:spPr>
          <a:xfrm flipV="1">
            <a:off x="251520" y="1645689"/>
            <a:ext cx="0" cy="3227281"/>
          </a:xfrm>
          <a:prstGeom prst="line">
            <a:avLst/>
          </a:prstGeom>
        </p:spPr>
        <p:style>
          <a:lnRef idx="3">
            <a:schemeClr val="accent3"/>
          </a:lnRef>
          <a:fillRef idx="0">
            <a:schemeClr val="accent3"/>
          </a:fillRef>
          <a:effectRef idx="2">
            <a:schemeClr val="accent3"/>
          </a:effectRef>
          <a:fontRef idx="minor">
            <a:schemeClr val="tx1"/>
          </a:fontRef>
        </p:style>
      </p:cxnSp>
      <p:cxnSp>
        <p:nvCxnSpPr>
          <p:cNvPr id="20" name="Connecteur droit 19"/>
          <p:cNvCxnSpPr/>
          <p:nvPr/>
        </p:nvCxnSpPr>
        <p:spPr>
          <a:xfrm>
            <a:off x="259783" y="1681693"/>
            <a:ext cx="623877" cy="10043"/>
          </a:xfrm>
          <a:prstGeom prst="line">
            <a:avLst/>
          </a:prstGeom>
        </p:spPr>
        <p:style>
          <a:lnRef idx="3">
            <a:schemeClr val="accent3"/>
          </a:lnRef>
          <a:fillRef idx="0">
            <a:schemeClr val="accent3"/>
          </a:fillRef>
          <a:effectRef idx="2">
            <a:schemeClr val="accent3"/>
          </a:effectRef>
          <a:fontRef idx="minor">
            <a:schemeClr val="tx1"/>
          </a:fontRef>
        </p:style>
      </p:cxnSp>
      <p:pic>
        <p:nvPicPr>
          <p:cNvPr id="30" name="Image 29"/>
          <p:cNvPicPr>
            <a:picLocks noChangeAspect="1"/>
          </p:cNvPicPr>
          <p:nvPr/>
        </p:nvPicPr>
        <p:blipFill>
          <a:blip r:embed="rId2"/>
          <a:stretch>
            <a:fillRect/>
          </a:stretch>
        </p:blipFill>
        <p:spPr>
          <a:xfrm>
            <a:off x="1004695" y="1404032"/>
            <a:ext cx="797906" cy="450445"/>
          </a:xfrm>
          <a:prstGeom prst="rect">
            <a:avLst/>
          </a:prstGeom>
        </p:spPr>
      </p:pic>
      <p:sp>
        <p:nvSpPr>
          <p:cNvPr id="34" name="Flèche droite 33"/>
          <p:cNvSpPr/>
          <p:nvPr/>
        </p:nvSpPr>
        <p:spPr>
          <a:xfrm>
            <a:off x="2987824" y="4552911"/>
            <a:ext cx="432048" cy="189733"/>
          </a:xfrm>
          <a:prstGeom prst="rightArrow">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35" name="ZoneTexte 34"/>
          <p:cNvSpPr txBox="1"/>
          <p:nvPr/>
        </p:nvSpPr>
        <p:spPr>
          <a:xfrm>
            <a:off x="3447393" y="4430456"/>
            <a:ext cx="2678938" cy="646331"/>
          </a:xfrm>
          <a:prstGeom prst="rect">
            <a:avLst/>
          </a:prstGeom>
          <a:noFill/>
        </p:spPr>
        <p:txBody>
          <a:bodyPr wrap="none" rtlCol="0">
            <a:spAutoFit/>
          </a:bodyPr>
          <a:lstStyle/>
          <a:p>
            <a:r>
              <a:rPr lang="fr-FR" dirty="0">
                <a:latin typeface="Times New Roman" panose="02020603050405020304" pitchFamily="18" charset="0"/>
                <a:cs typeface="Times New Roman" panose="02020603050405020304" pitchFamily="18" charset="0"/>
              </a:rPr>
              <a:t>virtualisation d’application</a:t>
            </a:r>
          </a:p>
          <a:p>
            <a:endParaRPr lang="fr-FR" dirty="0"/>
          </a:p>
        </p:txBody>
      </p:sp>
      <p:sp>
        <p:nvSpPr>
          <p:cNvPr id="14" name="ZoneTexte 13"/>
          <p:cNvSpPr txBox="1"/>
          <p:nvPr/>
        </p:nvSpPr>
        <p:spPr>
          <a:xfrm>
            <a:off x="8230942" y="4430456"/>
            <a:ext cx="441146" cy="369332"/>
          </a:xfrm>
          <a:prstGeom prst="rect">
            <a:avLst/>
          </a:prstGeom>
          <a:noFill/>
        </p:spPr>
        <p:txBody>
          <a:bodyPr wrap="none" rtlCol="0">
            <a:spAutoFit/>
          </a:bodyPr>
          <a:lstStyle/>
          <a:p>
            <a:r>
              <a:rPr lang="fr-FR" dirty="0" smtClean="0"/>
              <a:t>10</a:t>
            </a:r>
            <a:endParaRPr lang="fr-FR" dirty="0"/>
          </a:p>
        </p:txBody>
      </p:sp>
    </p:spTree>
    <p:extLst>
      <p:ext uri="{BB962C8B-B14F-4D97-AF65-F5344CB8AC3E}">
        <p14:creationId xmlns:p14="http://schemas.microsoft.com/office/powerpoint/2010/main" val="29274028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heel(1)">
                                      <p:cBhvr>
                                        <p:cTn id="12"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10"/>
          </p:nvPr>
        </p:nvSpPr>
        <p:spPr>
          <a:xfrm>
            <a:off x="2771797" y="1298502"/>
            <a:ext cx="3744416" cy="576063"/>
          </a:xfrm>
        </p:spPr>
        <p:txBody>
          <a:bodyPr/>
          <a:lstStyle/>
          <a:p>
            <a:r>
              <a:rPr lang="en-US" altLang="ko-KR" dirty="0"/>
              <a:t>Réalisation</a:t>
            </a:r>
            <a:r>
              <a:rPr lang="en-US" altLang="ko-KR" dirty="0" smtClean="0"/>
              <a:t>?</a:t>
            </a:r>
            <a:endParaRPr lang="ko-KR" altLang="en-US" dirty="0"/>
          </a:p>
        </p:txBody>
      </p:sp>
      <p:sp>
        <p:nvSpPr>
          <p:cNvPr id="3" name="ZoneTexte 2"/>
          <p:cNvSpPr txBox="1"/>
          <p:nvPr/>
        </p:nvSpPr>
        <p:spPr>
          <a:xfrm>
            <a:off x="3660401" y="2139702"/>
            <a:ext cx="1967205" cy="369332"/>
          </a:xfrm>
          <a:prstGeom prst="rect">
            <a:avLst/>
          </a:prstGeom>
          <a:noFill/>
        </p:spPr>
        <p:txBody>
          <a:bodyPr wrap="none" rtlCol="0">
            <a:spAutoFit/>
          </a:bodyPr>
          <a:lstStyle/>
          <a:p>
            <a:r>
              <a:rPr lang="fr-FR" dirty="0" smtClean="0"/>
              <a:t>Langages utilisés</a:t>
            </a:r>
            <a:endParaRPr lang="fr-FR" dirty="0"/>
          </a:p>
        </p:txBody>
      </p:sp>
      <p:sp>
        <p:nvSpPr>
          <p:cNvPr id="4" name="ZoneTexte 3"/>
          <p:cNvSpPr txBox="1"/>
          <p:nvPr/>
        </p:nvSpPr>
        <p:spPr>
          <a:xfrm>
            <a:off x="3364027" y="2616850"/>
            <a:ext cx="2621230" cy="646331"/>
          </a:xfrm>
          <a:prstGeom prst="rect">
            <a:avLst/>
          </a:prstGeom>
          <a:noFill/>
        </p:spPr>
        <p:txBody>
          <a:bodyPr wrap="none" rtlCol="0">
            <a:spAutoFit/>
          </a:bodyPr>
          <a:lstStyle/>
          <a:p>
            <a:r>
              <a:rPr lang="fr-FR" dirty="0" smtClean="0"/>
              <a:t>Environnement logiciels</a:t>
            </a:r>
            <a:endParaRPr lang="fr-FR" dirty="0"/>
          </a:p>
          <a:p>
            <a:endParaRPr lang="fr-FR" dirty="0"/>
          </a:p>
        </p:txBody>
      </p:sp>
      <p:sp>
        <p:nvSpPr>
          <p:cNvPr id="5" name="ZoneTexte 4"/>
          <p:cNvSpPr txBox="1"/>
          <p:nvPr/>
        </p:nvSpPr>
        <p:spPr>
          <a:xfrm>
            <a:off x="3500101" y="3078515"/>
            <a:ext cx="2287806" cy="369332"/>
          </a:xfrm>
          <a:prstGeom prst="rect">
            <a:avLst/>
          </a:prstGeom>
          <a:noFill/>
        </p:spPr>
        <p:txBody>
          <a:bodyPr wrap="none" rtlCol="0">
            <a:spAutoFit/>
          </a:bodyPr>
          <a:lstStyle/>
          <a:p>
            <a:r>
              <a:rPr lang="fr-FR" dirty="0" smtClean="0"/>
              <a:t>Interfaces graphique</a:t>
            </a:r>
            <a:endParaRPr lang="fr-FR" dirty="0"/>
          </a:p>
        </p:txBody>
      </p:sp>
      <p:sp>
        <p:nvSpPr>
          <p:cNvPr id="7" name="ZoneTexte 6"/>
          <p:cNvSpPr txBox="1"/>
          <p:nvPr/>
        </p:nvSpPr>
        <p:spPr>
          <a:xfrm>
            <a:off x="8316416" y="4486053"/>
            <a:ext cx="441146" cy="369332"/>
          </a:xfrm>
          <a:prstGeom prst="rect">
            <a:avLst/>
          </a:prstGeom>
          <a:noFill/>
        </p:spPr>
        <p:txBody>
          <a:bodyPr wrap="none" rtlCol="0">
            <a:spAutoFit/>
          </a:bodyPr>
          <a:lstStyle/>
          <a:p>
            <a:r>
              <a:rPr lang="fr-FR" dirty="0" smtClean="0"/>
              <a:t>12</a:t>
            </a:r>
            <a:endParaRPr lang="fr-FR" dirty="0"/>
          </a:p>
        </p:txBody>
      </p:sp>
    </p:spTree>
    <p:extLst>
      <p:ext uri="{BB962C8B-B14F-4D97-AF65-F5344CB8AC3E}">
        <p14:creationId xmlns:p14="http://schemas.microsoft.com/office/powerpoint/2010/main" val="97027853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3" grpId="0"/>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endParaRPr lang="en-US" altLang="ko-KR" dirty="0" smtClean="0"/>
          </a:p>
          <a:p>
            <a:r>
              <a:rPr lang="en-US" altLang="ko-KR" dirty="0" smtClean="0"/>
              <a:t>Réalisation</a:t>
            </a:r>
            <a:endParaRPr lang="fr-FR" dirty="0"/>
          </a:p>
          <a:p>
            <a:endParaRPr lang="fr-FR" dirty="0"/>
          </a:p>
        </p:txBody>
      </p:sp>
      <p:sp>
        <p:nvSpPr>
          <p:cNvPr id="3" name="Espace réservé du texte 2"/>
          <p:cNvSpPr>
            <a:spLocks noGrp="1"/>
          </p:cNvSpPr>
          <p:nvPr>
            <p:ph type="body" sz="quarter" idx="11"/>
          </p:nvPr>
        </p:nvSpPr>
        <p:spPr/>
        <p:txBody>
          <a:bodyPr/>
          <a:lstStyle/>
          <a:p>
            <a:endParaRPr lang="fr-FR" sz="1800" dirty="0">
              <a:latin typeface="Times New Roman" panose="02020603050405020304" pitchFamily="18" charset="0"/>
              <a:cs typeface="Times New Roman" panose="02020603050405020304" pitchFamily="18" charset="0"/>
            </a:endParaRPr>
          </a:p>
          <a:p>
            <a:endParaRPr lang="fr-FR" sz="1800" dirty="0" smtClean="0">
              <a:latin typeface="Times New Roman" panose="02020603050405020304" pitchFamily="18" charset="0"/>
              <a:cs typeface="Times New Roman" panose="02020603050405020304" pitchFamily="18" charset="0"/>
            </a:endParaRPr>
          </a:p>
          <a:p>
            <a:r>
              <a:rPr lang="fr-FR" sz="1800" dirty="0" smtClean="0">
                <a:latin typeface="Times New Roman" panose="02020603050405020304" pitchFamily="18" charset="0"/>
                <a:cs typeface="Times New Roman" panose="02020603050405020304" pitchFamily="18" charset="0"/>
              </a:rPr>
              <a:t>Langages </a:t>
            </a:r>
            <a:r>
              <a:rPr lang="fr-FR" sz="1800" dirty="0">
                <a:latin typeface="Times New Roman" panose="02020603050405020304" pitchFamily="18" charset="0"/>
                <a:cs typeface="Times New Roman" panose="02020603050405020304" pitchFamily="18" charset="0"/>
              </a:rPr>
              <a:t>utilisés</a:t>
            </a:r>
          </a:p>
          <a:p>
            <a:endParaRPr lang="fr-FR" sz="1800" dirty="0">
              <a:latin typeface="Times New Roman" panose="02020603050405020304" pitchFamily="18" charset="0"/>
              <a:cs typeface="Times New Roman" panose="02020603050405020304" pitchFamily="18" charset="0"/>
            </a:endParaRPr>
          </a:p>
          <a:p>
            <a:endParaRPr lang="fr-FR" sz="1800" dirty="0"/>
          </a:p>
        </p:txBody>
      </p:sp>
      <p:sp>
        <p:nvSpPr>
          <p:cNvPr id="4" name="Block Arc 5"/>
          <p:cNvSpPr/>
          <p:nvPr/>
        </p:nvSpPr>
        <p:spPr>
          <a:xfrm>
            <a:off x="1758722" y="1446845"/>
            <a:ext cx="3325820" cy="3438332"/>
          </a:xfrm>
          <a:prstGeom prst="blockArc">
            <a:avLst>
              <a:gd name="adj1" fmla="val 10800000"/>
              <a:gd name="adj2" fmla="val 44009"/>
              <a:gd name="adj3" fmla="val 25314"/>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 name="TextBox 20"/>
          <p:cNvSpPr txBox="1"/>
          <p:nvPr/>
        </p:nvSpPr>
        <p:spPr>
          <a:xfrm>
            <a:off x="2123728" y="1707654"/>
            <a:ext cx="2573098" cy="584775"/>
          </a:xfrm>
          <a:prstGeom prst="rect">
            <a:avLst/>
          </a:prstGeom>
          <a:noFill/>
        </p:spPr>
        <p:txBody>
          <a:bodyPr wrap="square" rtlCol="0">
            <a:spAutoFit/>
          </a:bodyPr>
          <a:lstStyle/>
          <a:p>
            <a:pPr algn="ctr"/>
            <a:r>
              <a:rPr lang="fr-FR" sz="1600" dirty="0" smtClean="0">
                <a:latin typeface="Times New Roman" panose="02020603050405020304" pitchFamily="18" charset="0"/>
                <a:cs typeface="Times New Roman" panose="02020603050405020304" pitchFamily="18" charset="0"/>
              </a:rPr>
              <a:t>utilisé pour </a:t>
            </a:r>
            <a:r>
              <a:rPr lang="fr-FR" sz="1600" dirty="0">
                <a:latin typeface="Times New Roman" panose="02020603050405020304" pitchFamily="18" charset="0"/>
                <a:cs typeface="Times New Roman" panose="02020603050405020304" pitchFamily="18" charset="0"/>
              </a:rPr>
              <a:t>la création de </a:t>
            </a:r>
            <a:endParaRPr lang="fr-FR" sz="1600" dirty="0" smtClean="0">
              <a:latin typeface="Times New Roman" panose="02020603050405020304" pitchFamily="18" charset="0"/>
              <a:cs typeface="Times New Roman" panose="02020603050405020304" pitchFamily="18" charset="0"/>
            </a:endParaRPr>
          </a:p>
          <a:p>
            <a:pPr algn="ctr"/>
            <a:r>
              <a:rPr lang="fr-FR" sz="1600" dirty="0" smtClean="0">
                <a:latin typeface="Times New Roman" panose="02020603050405020304" pitchFamily="18" charset="0"/>
                <a:cs typeface="Times New Roman" panose="02020603050405020304" pitchFamily="18" charset="0"/>
              </a:rPr>
              <a:t>pages </a:t>
            </a:r>
            <a:r>
              <a:rPr lang="fr-FR" sz="1600" dirty="0">
                <a:latin typeface="Times New Roman" panose="02020603050405020304" pitchFamily="18" charset="0"/>
                <a:cs typeface="Times New Roman" panose="02020603050405020304" pitchFamily="18" charset="0"/>
              </a:rPr>
              <a:t>web</a:t>
            </a:r>
            <a:r>
              <a:rPr lang="en-US" altLang="ko-KR" sz="1600" dirty="0" smtClean="0">
                <a:solidFill>
                  <a:schemeClr val="bg1"/>
                </a:solidFill>
                <a:latin typeface="Times New Roman" panose="02020603050405020304" pitchFamily="18" charset="0"/>
                <a:cs typeface="Times New Roman" panose="02020603050405020304" pitchFamily="18" charset="0"/>
              </a:rPr>
              <a:t> </a:t>
            </a:r>
            <a:endParaRPr lang="en-US" altLang="ko-KR" sz="1600" dirty="0">
              <a:solidFill>
                <a:schemeClr val="bg1"/>
              </a:solidFill>
              <a:latin typeface="Times New Roman" panose="02020603050405020304" pitchFamily="18" charset="0"/>
              <a:cs typeface="Times New Roman" panose="02020603050405020304" pitchFamily="18" charset="0"/>
            </a:endParaRPr>
          </a:p>
        </p:txBody>
      </p:sp>
      <p:pic>
        <p:nvPicPr>
          <p:cNvPr id="9" name="Imag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3093" y="2449683"/>
            <a:ext cx="564056" cy="564056"/>
          </a:xfrm>
          <a:prstGeom prst="rect">
            <a:avLst/>
          </a:prstGeom>
        </p:spPr>
      </p:pic>
      <p:sp>
        <p:nvSpPr>
          <p:cNvPr id="10" name="Block Arc 6"/>
          <p:cNvSpPr/>
          <p:nvPr/>
        </p:nvSpPr>
        <p:spPr>
          <a:xfrm>
            <a:off x="4270516" y="1446845"/>
            <a:ext cx="3325820" cy="3438332"/>
          </a:xfrm>
          <a:prstGeom prst="blockArc">
            <a:avLst>
              <a:gd name="adj1" fmla="val 10800000"/>
              <a:gd name="adj2" fmla="val 0"/>
              <a:gd name="adj3" fmla="val 24368"/>
            </a:avLst>
          </a:prstGeom>
          <a:solidFill>
            <a:srgbClr val="5BAFB6"/>
          </a:solidFill>
          <a:ln/>
        </p:spPr>
        <p:style>
          <a:lnRef idx="1">
            <a:schemeClr val="accent5"/>
          </a:lnRef>
          <a:fillRef idx="3">
            <a:schemeClr val="accent5"/>
          </a:fillRef>
          <a:effectRef idx="2">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 name="TextBox 24"/>
          <p:cNvSpPr txBox="1"/>
          <p:nvPr/>
        </p:nvSpPr>
        <p:spPr>
          <a:xfrm>
            <a:off x="4852870" y="1471231"/>
            <a:ext cx="2069869" cy="830997"/>
          </a:xfrm>
          <a:prstGeom prst="rect">
            <a:avLst/>
          </a:prstGeom>
          <a:noFill/>
        </p:spPr>
        <p:txBody>
          <a:bodyPr wrap="square" rtlCol="0">
            <a:spAutoFit/>
          </a:bodyPr>
          <a:lstStyle/>
          <a:p>
            <a:pPr algn="ctr"/>
            <a:r>
              <a:rPr lang="fr-FR" sz="1600" dirty="0">
                <a:latin typeface="Times New Roman" panose="02020603050405020304" pitchFamily="18" charset="0"/>
                <a:cs typeface="Times New Roman" panose="02020603050405020304" pitchFamily="18" charset="0"/>
              </a:rPr>
              <a:t> </a:t>
            </a:r>
            <a:r>
              <a:rPr lang="fr-FR" sz="1600" dirty="0" smtClean="0">
                <a:latin typeface="Times New Roman" panose="02020603050405020304" pitchFamily="18" charset="0"/>
                <a:cs typeface="Times New Roman" panose="02020603050405020304" pitchFamily="18" charset="0"/>
              </a:rPr>
              <a:t> interagit avec </a:t>
            </a:r>
          </a:p>
          <a:p>
            <a:pPr algn="ctr"/>
            <a:r>
              <a:rPr lang="fr-FR" sz="1600" dirty="0" smtClean="0">
                <a:latin typeface="Times New Roman" panose="02020603050405020304" pitchFamily="18" charset="0"/>
                <a:cs typeface="Times New Roman" panose="02020603050405020304" pitchFamily="18" charset="0"/>
              </a:rPr>
              <a:t>l'utilisateur en fonction </a:t>
            </a:r>
            <a:r>
              <a:rPr lang="fr-FR" sz="1600" dirty="0">
                <a:latin typeface="Times New Roman" panose="02020603050405020304" pitchFamily="18" charset="0"/>
                <a:cs typeface="Times New Roman" panose="02020603050405020304" pitchFamily="18" charset="0"/>
              </a:rPr>
              <a:t>de ses actions</a:t>
            </a:r>
            <a:endParaRPr lang="ko-KR" altLang="en-US" sz="1600" b="1" dirty="0">
              <a:solidFill>
                <a:schemeClr val="bg1"/>
              </a:solidFill>
              <a:latin typeface="Times New Roman" panose="02020603050405020304" pitchFamily="18" charset="0"/>
              <a:cs typeface="Times New Roman" panose="02020603050405020304" pitchFamily="18" charset="0"/>
            </a:endParaRPr>
          </a:p>
        </p:txBody>
      </p:sp>
      <p:pic>
        <p:nvPicPr>
          <p:cNvPr id="12" name="Imag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39713" y="2389312"/>
            <a:ext cx="880844" cy="563371"/>
          </a:xfrm>
          <a:prstGeom prst="rect">
            <a:avLst/>
          </a:prstGeom>
        </p:spPr>
      </p:pic>
      <p:sp>
        <p:nvSpPr>
          <p:cNvPr id="13" name="Block Arc 4"/>
          <p:cNvSpPr/>
          <p:nvPr/>
        </p:nvSpPr>
        <p:spPr>
          <a:xfrm rot="10800000">
            <a:off x="4270516" y="1463260"/>
            <a:ext cx="3325820" cy="3438332"/>
          </a:xfrm>
          <a:prstGeom prst="blockArc">
            <a:avLst/>
          </a:prstGeom>
          <a:solidFill>
            <a:schemeClr val="accent5">
              <a:lumMod val="75000"/>
            </a:schemeClr>
          </a:solidFill>
          <a:ln/>
        </p:spPr>
        <p:style>
          <a:lnRef idx="1">
            <a:schemeClr val="accent3"/>
          </a:lnRef>
          <a:fillRef idx="3">
            <a:schemeClr val="accent3"/>
          </a:fillRef>
          <a:effectRef idx="2">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4" name="TextBox 29"/>
          <p:cNvSpPr txBox="1"/>
          <p:nvPr/>
        </p:nvSpPr>
        <p:spPr>
          <a:xfrm>
            <a:off x="4934359" y="4036022"/>
            <a:ext cx="2145776" cy="830997"/>
          </a:xfrm>
          <a:prstGeom prst="rect">
            <a:avLst/>
          </a:prstGeom>
          <a:noFill/>
        </p:spPr>
        <p:txBody>
          <a:bodyPr wrap="square" rtlCol="0">
            <a:spAutoFit/>
          </a:bodyPr>
          <a:lstStyle/>
          <a:p>
            <a:pPr algn="ctr"/>
            <a:r>
              <a:rPr lang="fr-FR" sz="1600" dirty="0">
                <a:latin typeface="Times New Roman" panose="02020603050405020304" pitchFamily="18" charset="0"/>
                <a:cs typeface="Times New Roman" panose="02020603050405020304" pitchFamily="18" charset="0"/>
              </a:rPr>
              <a:t>c'est juste le langage </a:t>
            </a:r>
            <a:endParaRPr lang="fr-FR" sz="1600" dirty="0" smtClean="0">
              <a:latin typeface="Times New Roman" panose="02020603050405020304" pitchFamily="18" charset="0"/>
              <a:cs typeface="Times New Roman" panose="02020603050405020304" pitchFamily="18" charset="0"/>
            </a:endParaRPr>
          </a:p>
          <a:p>
            <a:pPr algn="ctr"/>
            <a:r>
              <a:rPr lang="fr-FR" sz="1600" dirty="0" smtClean="0">
                <a:latin typeface="Times New Roman" panose="02020603050405020304" pitchFamily="18" charset="0"/>
                <a:cs typeface="Times New Roman" panose="02020603050405020304" pitchFamily="18" charset="0"/>
              </a:rPr>
              <a:t>JavaScript </a:t>
            </a:r>
            <a:r>
              <a:rPr lang="fr-FR" sz="1600" dirty="0">
                <a:latin typeface="Times New Roman" panose="02020603050405020304" pitchFamily="18" charset="0"/>
                <a:cs typeface="Times New Roman" panose="02020603050405020304" pitchFamily="18" charset="0"/>
              </a:rPr>
              <a:t>avec </a:t>
            </a:r>
            <a:r>
              <a:rPr lang="fr-FR" sz="1600" dirty="0" smtClean="0">
                <a:latin typeface="Times New Roman" panose="02020603050405020304" pitchFamily="18" charset="0"/>
                <a:cs typeface="Times New Roman" panose="02020603050405020304" pitchFamily="18" charset="0"/>
              </a:rPr>
              <a:t>des</a:t>
            </a:r>
          </a:p>
          <a:p>
            <a:pPr algn="ctr"/>
            <a:r>
              <a:rPr lang="fr-FR" sz="1600" dirty="0" smtClean="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bibliothèques </a:t>
            </a:r>
            <a:r>
              <a:rPr lang="en-US" altLang="ko-KR" sz="1600" dirty="0" smtClean="0">
                <a:solidFill>
                  <a:schemeClr val="bg1"/>
                </a:solidFill>
                <a:latin typeface="Times New Roman" panose="02020603050405020304" pitchFamily="18" charset="0"/>
                <a:cs typeface="Times New Roman" panose="02020603050405020304" pitchFamily="18" charset="0"/>
              </a:rPr>
              <a:t>. </a:t>
            </a:r>
            <a:endParaRPr lang="en-US" altLang="ko-KR" sz="1600" dirty="0">
              <a:solidFill>
                <a:schemeClr val="bg1"/>
              </a:solidFill>
              <a:latin typeface="Times New Roman" panose="02020603050405020304" pitchFamily="18" charset="0"/>
              <a:cs typeface="Times New Roman" panose="02020603050405020304" pitchFamily="18" charset="0"/>
            </a:endParaRPr>
          </a:p>
        </p:txBody>
      </p:sp>
      <p:pic>
        <p:nvPicPr>
          <p:cNvPr id="15" name="Imag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23923" y="3477236"/>
            <a:ext cx="651803" cy="398686"/>
          </a:xfrm>
          <a:prstGeom prst="rect">
            <a:avLst/>
          </a:prstGeom>
        </p:spPr>
      </p:pic>
      <p:sp>
        <p:nvSpPr>
          <p:cNvPr id="16" name="Block Arc 7"/>
          <p:cNvSpPr/>
          <p:nvPr/>
        </p:nvSpPr>
        <p:spPr>
          <a:xfrm rot="10800000">
            <a:off x="1736941" y="1446845"/>
            <a:ext cx="3325820" cy="3438332"/>
          </a:xfrm>
          <a:prstGeom prst="blockArc">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pic>
        <p:nvPicPr>
          <p:cNvPr id="17" name="Imag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41031" y="3337358"/>
            <a:ext cx="477256" cy="681311"/>
          </a:xfrm>
          <a:prstGeom prst="rect">
            <a:avLst/>
          </a:prstGeom>
        </p:spPr>
      </p:pic>
      <p:sp>
        <p:nvSpPr>
          <p:cNvPr id="18" name="ZoneTexte 17"/>
          <p:cNvSpPr txBox="1"/>
          <p:nvPr/>
        </p:nvSpPr>
        <p:spPr>
          <a:xfrm>
            <a:off x="2332290" y="3994309"/>
            <a:ext cx="2121116" cy="830997"/>
          </a:xfrm>
          <a:prstGeom prst="rect">
            <a:avLst/>
          </a:prstGeom>
          <a:noFill/>
        </p:spPr>
        <p:txBody>
          <a:bodyPr wrap="square" rtlCol="0">
            <a:spAutoFit/>
          </a:bodyPr>
          <a:lstStyle/>
          <a:p>
            <a:r>
              <a:rPr lang="fr-FR" sz="1600" dirty="0" smtClean="0">
                <a:latin typeface="Times New Roman" panose="02020603050405020304" pitchFamily="18" charset="0"/>
                <a:cs typeface="Times New Roman" panose="02020603050405020304" pitchFamily="18" charset="0"/>
              </a:rPr>
              <a:t>utilisé </a:t>
            </a:r>
            <a:r>
              <a:rPr lang="fr-FR" sz="1600" dirty="0">
                <a:latin typeface="Times New Roman" panose="02020603050405020304" pitchFamily="18" charset="0"/>
                <a:cs typeface="Times New Roman" panose="02020603050405020304" pitchFamily="18" charset="0"/>
              </a:rPr>
              <a:t>pour la mise en </a:t>
            </a:r>
            <a:endParaRPr lang="fr-FR" sz="1600" dirty="0" smtClean="0">
              <a:latin typeface="Times New Roman" panose="02020603050405020304" pitchFamily="18" charset="0"/>
              <a:cs typeface="Times New Roman" panose="02020603050405020304" pitchFamily="18" charset="0"/>
            </a:endParaRPr>
          </a:p>
          <a:p>
            <a:r>
              <a:rPr lang="fr-FR" sz="1600" dirty="0">
                <a:latin typeface="Times New Roman" panose="02020603050405020304" pitchFamily="18" charset="0"/>
                <a:cs typeface="Times New Roman" panose="02020603050405020304" pitchFamily="18" charset="0"/>
              </a:rPr>
              <a:t> </a:t>
            </a:r>
            <a:r>
              <a:rPr lang="fr-FR" sz="1600" dirty="0" smtClean="0">
                <a:latin typeface="Times New Roman" panose="02020603050405020304" pitchFamily="18" charset="0"/>
                <a:cs typeface="Times New Roman" panose="02020603050405020304" pitchFamily="18" charset="0"/>
              </a:rPr>
              <a:t> forme </a:t>
            </a:r>
            <a:r>
              <a:rPr lang="fr-FR" sz="1600" dirty="0">
                <a:latin typeface="Times New Roman" panose="02020603050405020304" pitchFamily="18" charset="0"/>
                <a:cs typeface="Times New Roman" panose="02020603050405020304" pitchFamily="18" charset="0"/>
              </a:rPr>
              <a:t>de fichiers </a:t>
            </a:r>
            <a:r>
              <a:rPr lang="fr-FR" sz="1600" dirty="0" smtClean="0">
                <a:latin typeface="Times New Roman" panose="02020603050405020304" pitchFamily="18" charset="0"/>
                <a:cs typeface="Times New Roman" panose="02020603050405020304" pitchFamily="18" charset="0"/>
              </a:rPr>
              <a:t>et</a:t>
            </a:r>
          </a:p>
          <a:p>
            <a:r>
              <a:rPr lang="fr-FR" sz="1600" dirty="0" smtClean="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de </a:t>
            </a:r>
            <a:r>
              <a:rPr lang="fr-FR" sz="1600" dirty="0" smtClean="0">
                <a:latin typeface="Times New Roman" panose="02020603050405020304" pitchFamily="18" charset="0"/>
                <a:cs typeface="Times New Roman" panose="02020603050405020304" pitchFamily="18" charset="0"/>
              </a:rPr>
              <a:t>pages</a:t>
            </a:r>
            <a:r>
              <a:rPr lang="fr-FR" sz="1600" dirty="0">
                <a:latin typeface="Times New Roman" panose="02020603050405020304" pitchFamily="18" charset="0"/>
                <a:cs typeface="Times New Roman" panose="02020603050405020304" pitchFamily="18" charset="0"/>
              </a:rPr>
              <a:t> </a:t>
            </a:r>
            <a:r>
              <a:rPr lang="fr-FR" sz="1600" dirty="0" smtClean="0">
                <a:latin typeface="Times New Roman" panose="02020603050405020304" pitchFamily="18" charset="0"/>
                <a:cs typeface="Times New Roman" panose="02020603050405020304" pitchFamily="18" charset="0"/>
              </a:rPr>
              <a:t>html</a:t>
            </a:r>
            <a:endParaRPr lang="fr-FR" sz="1600" dirty="0">
              <a:latin typeface="Times New Roman" panose="02020603050405020304" pitchFamily="18" charset="0"/>
              <a:cs typeface="Times New Roman" panose="02020603050405020304" pitchFamily="18" charset="0"/>
            </a:endParaRPr>
          </a:p>
        </p:txBody>
      </p:sp>
      <p:sp>
        <p:nvSpPr>
          <p:cNvPr id="19" name="ZoneTexte 18"/>
          <p:cNvSpPr txBox="1"/>
          <p:nvPr/>
        </p:nvSpPr>
        <p:spPr>
          <a:xfrm>
            <a:off x="8316416" y="4486053"/>
            <a:ext cx="441146" cy="369332"/>
          </a:xfrm>
          <a:prstGeom prst="rect">
            <a:avLst/>
          </a:prstGeom>
          <a:noFill/>
        </p:spPr>
        <p:txBody>
          <a:bodyPr wrap="none" rtlCol="0">
            <a:spAutoFit/>
          </a:bodyPr>
          <a:lstStyle/>
          <a:p>
            <a:r>
              <a:rPr lang="fr-FR" dirty="0" smtClean="0"/>
              <a:t>13</a:t>
            </a:r>
            <a:endParaRPr lang="fr-FR" dirty="0"/>
          </a:p>
        </p:txBody>
      </p:sp>
    </p:spTree>
    <p:extLst>
      <p:ext uri="{BB962C8B-B14F-4D97-AF65-F5344CB8AC3E}">
        <p14:creationId xmlns:p14="http://schemas.microsoft.com/office/powerpoint/2010/main" val="361888946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75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75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arn(inVertic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75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75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arn(inVertical)">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750"/>
                                        <p:tgtEl>
                                          <p:spTgt spid="11"/>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75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arn(inVertical)">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10" grpId="0" animBg="1"/>
      <p:bldP spid="11" grpId="0"/>
      <p:bldP spid="13" grpId="0" animBg="1"/>
      <p:bldP spid="14" grpId="0"/>
      <p:bldP spid="16" grpId="0" animBg="1"/>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0"/>
          </p:nvPr>
        </p:nvSpPr>
        <p:spPr>
          <a:xfrm>
            <a:off x="242646" y="215441"/>
            <a:ext cx="8679898" cy="543185"/>
          </a:xfrm>
        </p:spPr>
        <p:txBody>
          <a:bodyPr/>
          <a:lstStyle/>
          <a:p>
            <a:endParaRPr lang="en-US" altLang="ko-KR" dirty="0"/>
          </a:p>
          <a:p>
            <a:endParaRPr lang="en-US" altLang="ko-KR" dirty="0" smtClean="0"/>
          </a:p>
          <a:p>
            <a:r>
              <a:rPr lang="en-US" altLang="ko-KR" dirty="0" smtClean="0"/>
              <a:t>Réalisation</a:t>
            </a:r>
            <a:endParaRPr lang="fr-FR" dirty="0"/>
          </a:p>
          <a:p>
            <a:endParaRPr lang="fr-FR" dirty="0"/>
          </a:p>
          <a:p>
            <a:endParaRPr lang="en-US" dirty="0"/>
          </a:p>
        </p:txBody>
      </p:sp>
      <p:grpSp>
        <p:nvGrpSpPr>
          <p:cNvPr id="5" name="Group 25">
            <a:extLst>
              <a:ext uri="{FF2B5EF4-FFF2-40B4-BE49-F238E27FC236}">
                <a16:creationId xmlns:a16="http://schemas.microsoft.com/office/drawing/2014/main" id="{CBEE3C08-65C3-4742-8747-6215C1775D6F}"/>
              </a:ext>
            </a:extLst>
          </p:cNvPr>
          <p:cNvGrpSpPr/>
          <p:nvPr/>
        </p:nvGrpSpPr>
        <p:grpSpPr>
          <a:xfrm>
            <a:off x="783538" y="1894045"/>
            <a:ext cx="1658087" cy="1221781"/>
            <a:chOff x="739860" y="2410652"/>
            <a:chExt cx="1954451" cy="1440160"/>
          </a:xfrm>
        </p:grpSpPr>
        <p:sp>
          <p:nvSpPr>
            <p:cNvPr id="6" name="Rounded Rectangle 5">
              <a:extLst>
                <a:ext uri="{FF2B5EF4-FFF2-40B4-BE49-F238E27FC236}">
                  <a16:creationId xmlns:a16="http://schemas.microsoft.com/office/drawing/2014/main" id="{B4B9783B-0D09-41B0-8C85-F7FBAACF46A8}"/>
                </a:ext>
              </a:extLst>
            </p:cNvPr>
            <p:cNvSpPr/>
            <p:nvPr/>
          </p:nvSpPr>
          <p:spPr>
            <a:xfrm rot="18900000">
              <a:off x="1254151" y="2410652"/>
              <a:ext cx="1440160" cy="1440160"/>
            </a:xfrm>
            <a:prstGeom prst="roundRect">
              <a:avLst>
                <a:gd name="adj" fmla="val 10715"/>
              </a:avLst>
            </a:prstGeom>
            <a:no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dirty="0"/>
            </a:p>
          </p:txBody>
        </p:sp>
        <p:grpSp>
          <p:nvGrpSpPr>
            <p:cNvPr id="7" name="Group 8">
              <a:extLst>
                <a:ext uri="{FF2B5EF4-FFF2-40B4-BE49-F238E27FC236}">
                  <a16:creationId xmlns:a16="http://schemas.microsoft.com/office/drawing/2014/main" id="{311C6421-2492-42E3-8743-8D2666C41F4E}"/>
                </a:ext>
              </a:extLst>
            </p:cNvPr>
            <p:cNvGrpSpPr/>
            <p:nvPr/>
          </p:nvGrpSpPr>
          <p:grpSpPr>
            <a:xfrm>
              <a:off x="739860" y="2914708"/>
              <a:ext cx="432048" cy="432048"/>
              <a:chOff x="673332" y="2503130"/>
              <a:chExt cx="432048" cy="432048"/>
            </a:xfrm>
          </p:grpSpPr>
          <p:sp>
            <p:nvSpPr>
              <p:cNvPr id="8" name="Rectangle 6">
                <a:extLst>
                  <a:ext uri="{FF2B5EF4-FFF2-40B4-BE49-F238E27FC236}">
                    <a16:creationId xmlns:a16="http://schemas.microsoft.com/office/drawing/2014/main" id="{D2F6D7B3-DE91-4EBA-A82C-34C97200F461}"/>
                  </a:ext>
                </a:extLst>
              </p:cNvPr>
              <p:cNvSpPr/>
              <p:nvPr/>
            </p:nvSpPr>
            <p:spPr>
              <a:xfrm rot="18900000">
                <a:off x="673332" y="2503130"/>
                <a:ext cx="432048" cy="432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9" name="TextBox 6">
                <a:extLst>
                  <a:ext uri="{FF2B5EF4-FFF2-40B4-BE49-F238E27FC236}">
                    <a16:creationId xmlns:a16="http://schemas.microsoft.com/office/drawing/2014/main" id="{58EFC2C1-3699-4158-8248-720C20E2C852}"/>
                  </a:ext>
                </a:extLst>
              </p:cNvPr>
              <p:cNvSpPr txBox="1"/>
              <p:nvPr/>
            </p:nvSpPr>
            <p:spPr>
              <a:xfrm>
                <a:off x="678361" y="2546374"/>
                <a:ext cx="421990" cy="326510"/>
              </a:xfrm>
              <a:prstGeom prst="rect">
                <a:avLst/>
              </a:prstGeom>
              <a:noFill/>
            </p:spPr>
            <p:txBody>
              <a:bodyPr wrap="square" rtlCol="0" anchor="ctr">
                <a:spAutoFit/>
              </a:bodyPr>
              <a:lstStyle/>
              <a:p>
                <a:pPr algn="ctr"/>
                <a:r>
                  <a:rPr lang="en-US" altLang="ko-KR" sz="1200" b="1" dirty="0">
                    <a:solidFill>
                      <a:schemeClr val="bg1"/>
                    </a:solidFill>
                    <a:latin typeface="Calibri" pitchFamily="34" charset="0"/>
                    <a:cs typeface="Calibri" pitchFamily="34" charset="0"/>
                  </a:rPr>
                  <a:t>01</a:t>
                </a:r>
                <a:endParaRPr lang="ko-KR" altLang="en-US" sz="1200" b="1" dirty="0">
                  <a:solidFill>
                    <a:schemeClr val="bg1"/>
                  </a:solidFill>
                  <a:latin typeface="Calibri" pitchFamily="34" charset="0"/>
                  <a:cs typeface="Calibri" pitchFamily="34" charset="0"/>
                </a:endParaRPr>
              </a:p>
            </p:txBody>
          </p:sp>
        </p:grpSp>
      </p:grpSp>
      <p:grpSp>
        <p:nvGrpSpPr>
          <p:cNvPr id="10" name="Group 29">
            <a:extLst>
              <a:ext uri="{FF2B5EF4-FFF2-40B4-BE49-F238E27FC236}">
                <a16:creationId xmlns:a16="http://schemas.microsoft.com/office/drawing/2014/main" id="{DE12EF19-05BC-4066-AF89-7D340C7A8EF1}"/>
              </a:ext>
            </a:extLst>
          </p:cNvPr>
          <p:cNvGrpSpPr/>
          <p:nvPr/>
        </p:nvGrpSpPr>
        <p:grpSpPr>
          <a:xfrm>
            <a:off x="2216077" y="2963022"/>
            <a:ext cx="1658087" cy="1221781"/>
            <a:chOff x="2046240" y="3706797"/>
            <a:chExt cx="1954451" cy="1440160"/>
          </a:xfrm>
        </p:grpSpPr>
        <p:sp>
          <p:nvSpPr>
            <p:cNvPr id="11" name="Rounded Rectangle 9">
              <a:extLst>
                <a:ext uri="{FF2B5EF4-FFF2-40B4-BE49-F238E27FC236}">
                  <a16:creationId xmlns:a16="http://schemas.microsoft.com/office/drawing/2014/main" id="{816555B3-30CA-4E23-9136-3EC402C8CEBF}"/>
                </a:ext>
              </a:extLst>
            </p:cNvPr>
            <p:cNvSpPr/>
            <p:nvPr/>
          </p:nvSpPr>
          <p:spPr>
            <a:xfrm rot="18900000">
              <a:off x="2560531" y="3706797"/>
              <a:ext cx="1440160" cy="1440160"/>
            </a:xfrm>
            <a:prstGeom prst="roundRect">
              <a:avLst>
                <a:gd name="adj" fmla="val 10715"/>
              </a:avLst>
            </a:prstGeom>
            <a:noFill/>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dirty="0"/>
            </a:p>
          </p:txBody>
        </p:sp>
        <p:grpSp>
          <p:nvGrpSpPr>
            <p:cNvPr id="12" name="Group 10">
              <a:extLst>
                <a:ext uri="{FF2B5EF4-FFF2-40B4-BE49-F238E27FC236}">
                  <a16:creationId xmlns:a16="http://schemas.microsoft.com/office/drawing/2014/main" id="{2BB5E2DA-AB44-4AF8-A8AE-9FA10491A9A8}"/>
                </a:ext>
              </a:extLst>
            </p:cNvPr>
            <p:cNvGrpSpPr/>
            <p:nvPr/>
          </p:nvGrpSpPr>
          <p:grpSpPr>
            <a:xfrm>
              <a:off x="2046240" y="4210853"/>
              <a:ext cx="432048" cy="432048"/>
              <a:chOff x="673332" y="2503130"/>
              <a:chExt cx="432048" cy="432048"/>
            </a:xfrm>
          </p:grpSpPr>
          <p:sp>
            <p:nvSpPr>
              <p:cNvPr id="13" name="Rectangle 11">
                <a:extLst>
                  <a:ext uri="{FF2B5EF4-FFF2-40B4-BE49-F238E27FC236}">
                    <a16:creationId xmlns:a16="http://schemas.microsoft.com/office/drawing/2014/main" id="{25F1D12D-A81D-40F2-A945-5B35E2E53AA3}"/>
                  </a:ext>
                </a:extLst>
              </p:cNvPr>
              <p:cNvSpPr/>
              <p:nvPr/>
            </p:nvSpPr>
            <p:spPr>
              <a:xfrm rot="18900000">
                <a:off x="673332" y="2503130"/>
                <a:ext cx="432048" cy="4320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dirty="0"/>
              </a:p>
            </p:txBody>
          </p:sp>
          <p:sp>
            <p:nvSpPr>
              <p:cNvPr id="14" name="TextBox 11">
                <a:extLst>
                  <a:ext uri="{FF2B5EF4-FFF2-40B4-BE49-F238E27FC236}">
                    <a16:creationId xmlns:a16="http://schemas.microsoft.com/office/drawing/2014/main" id="{AD075EE7-CCBE-47CE-8987-ACA1B70799F3}"/>
                  </a:ext>
                </a:extLst>
              </p:cNvPr>
              <p:cNvSpPr txBox="1"/>
              <p:nvPr/>
            </p:nvSpPr>
            <p:spPr>
              <a:xfrm>
                <a:off x="678361" y="2546374"/>
                <a:ext cx="421990" cy="326510"/>
              </a:xfrm>
              <a:prstGeom prst="rect">
                <a:avLst/>
              </a:prstGeom>
              <a:noFill/>
            </p:spPr>
            <p:txBody>
              <a:bodyPr wrap="square" rtlCol="0" anchor="ctr">
                <a:spAutoFit/>
              </a:bodyPr>
              <a:lstStyle/>
              <a:p>
                <a:pPr algn="ctr"/>
                <a:r>
                  <a:rPr lang="en-US" altLang="ko-KR" sz="1200" b="1" dirty="0">
                    <a:solidFill>
                      <a:schemeClr val="bg1"/>
                    </a:solidFill>
                    <a:latin typeface="Calibri" pitchFamily="34" charset="0"/>
                    <a:cs typeface="Calibri" pitchFamily="34" charset="0"/>
                  </a:rPr>
                  <a:t>02</a:t>
                </a:r>
                <a:endParaRPr lang="ko-KR" altLang="en-US" sz="1200" b="1" dirty="0">
                  <a:solidFill>
                    <a:schemeClr val="bg1"/>
                  </a:solidFill>
                  <a:latin typeface="Calibri" pitchFamily="34" charset="0"/>
                  <a:cs typeface="Calibri" pitchFamily="34" charset="0"/>
                </a:endParaRPr>
              </a:p>
            </p:txBody>
          </p:sp>
        </p:grpSp>
      </p:grpSp>
      <p:grpSp>
        <p:nvGrpSpPr>
          <p:cNvPr id="15" name="Group 26">
            <a:extLst>
              <a:ext uri="{FF2B5EF4-FFF2-40B4-BE49-F238E27FC236}">
                <a16:creationId xmlns:a16="http://schemas.microsoft.com/office/drawing/2014/main" id="{EB96C2FE-D0DB-44AA-B2DB-9A239DC9DD05}"/>
              </a:ext>
            </a:extLst>
          </p:cNvPr>
          <p:cNvGrpSpPr/>
          <p:nvPr/>
        </p:nvGrpSpPr>
        <p:grpSpPr>
          <a:xfrm>
            <a:off x="3638277" y="1811560"/>
            <a:ext cx="1658087" cy="1221781"/>
            <a:chOff x="3352620" y="2401127"/>
            <a:chExt cx="1954451" cy="1440160"/>
          </a:xfrm>
        </p:grpSpPr>
        <p:sp>
          <p:nvSpPr>
            <p:cNvPr id="16" name="Rounded Rectangle 13">
              <a:extLst>
                <a:ext uri="{FF2B5EF4-FFF2-40B4-BE49-F238E27FC236}">
                  <a16:creationId xmlns:a16="http://schemas.microsoft.com/office/drawing/2014/main" id="{9E72EFBA-4372-4AE3-920B-704CE2DAD4EA}"/>
                </a:ext>
              </a:extLst>
            </p:cNvPr>
            <p:cNvSpPr/>
            <p:nvPr/>
          </p:nvSpPr>
          <p:spPr>
            <a:xfrm rot="18900000">
              <a:off x="3866911" y="2401127"/>
              <a:ext cx="1440160" cy="1440160"/>
            </a:xfrm>
            <a:prstGeom prst="roundRect">
              <a:avLst>
                <a:gd name="adj" fmla="val 10715"/>
              </a:avLst>
            </a:prstGeom>
            <a:noFill/>
            <a:ln w="635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dirty="0"/>
            </a:p>
          </p:txBody>
        </p:sp>
        <p:grpSp>
          <p:nvGrpSpPr>
            <p:cNvPr id="17" name="Group 14">
              <a:extLst>
                <a:ext uri="{FF2B5EF4-FFF2-40B4-BE49-F238E27FC236}">
                  <a16:creationId xmlns:a16="http://schemas.microsoft.com/office/drawing/2014/main" id="{269B1AB7-3B36-4813-8C9B-B0F5BD8A08ED}"/>
                </a:ext>
              </a:extLst>
            </p:cNvPr>
            <p:cNvGrpSpPr/>
            <p:nvPr/>
          </p:nvGrpSpPr>
          <p:grpSpPr>
            <a:xfrm>
              <a:off x="3352620" y="2905183"/>
              <a:ext cx="432048" cy="432048"/>
              <a:chOff x="673332" y="2503130"/>
              <a:chExt cx="432048" cy="432048"/>
            </a:xfrm>
          </p:grpSpPr>
          <p:sp>
            <p:nvSpPr>
              <p:cNvPr id="18" name="Rectangle 17">
                <a:extLst>
                  <a:ext uri="{FF2B5EF4-FFF2-40B4-BE49-F238E27FC236}">
                    <a16:creationId xmlns:a16="http://schemas.microsoft.com/office/drawing/2014/main" id="{E46E1307-3FD3-4F24-ACE9-CA0B0D8C8830}"/>
                  </a:ext>
                </a:extLst>
              </p:cNvPr>
              <p:cNvSpPr/>
              <p:nvPr/>
            </p:nvSpPr>
            <p:spPr>
              <a:xfrm rot="18900000">
                <a:off x="673332" y="2503130"/>
                <a:ext cx="432048" cy="4320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19" name="TextBox 16">
                <a:extLst>
                  <a:ext uri="{FF2B5EF4-FFF2-40B4-BE49-F238E27FC236}">
                    <a16:creationId xmlns:a16="http://schemas.microsoft.com/office/drawing/2014/main" id="{E4C1DC45-0AD5-4915-BA42-BC9153B8AFB6}"/>
                  </a:ext>
                </a:extLst>
              </p:cNvPr>
              <p:cNvSpPr txBox="1"/>
              <p:nvPr/>
            </p:nvSpPr>
            <p:spPr>
              <a:xfrm>
                <a:off x="678361" y="2546374"/>
                <a:ext cx="421990" cy="326510"/>
              </a:xfrm>
              <a:prstGeom prst="rect">
                <a:avLst/>
              </a:prstGeom>
              <a:noFill/>
            </p:spPr>
            <p:txBody>
              <a:bodyPr wrap="square" rtlCol="0" anchor="ctr">
                <a:spAutoFit/>
              </a:bodyPr>
              <a:lstStyle/>
              <a:p>
                <a:pPr algn="ctr"/>
                <a:r>
                  <a:rPr lang="en-US" altLang="ko-KR" sz="1200" b="1" dirty="0">
                    <a:solidFill>
                      <a:schemeClr val="bg1"/>
                    </a:solidFill>
                    <a:latin typeface="Calibri" pitchFamily="34" charset="0"/>
                    <a:cs typeface="Calibri" pitchFamily="34" charset="0"/>
                  </a:rPr>
                  <a:t>03</a:t>
                </a:r>
                <a:endParaRPr lang="ko-KR" altLang="en-US" sz="1200" b="1" dirty="0">
                  <a:solidFill>
                    <a:schemeClr val="bg1"/>
                  </a:solidFill>
                  <a:latin typeface="Calibri" pitchFamily="34" charset="0"/>
                  <a:cs typeface="Calibri" pitchFamily="34" charset="0"/>
                </a:endParaRPr>
              </a:p>
            </p:txBody>
          </p:sp>
        </p:grpSp>
      </p:grpSp>
      <p:grpSp>
        <p:nvGrpSpPr>
          <p:cNvPr id="20" name="Group 28">
            <a:extLst>
              <a:ext uri="{FF2B5EF4-FFF2-40B4-BE49-F238E27FC236}">
                <a16:creationId xmlns:a16="http://schemas.microsoft.com/office/drawing/2014/main" id="{6F3E634D-BBD0-45AA-9D5B-C34FAD905BE9}"/>
              </a:ext>
            </a:extLst>
          </p:cNvPr>
          <p:cNvGrpSpPr/>
          <p:nvPr/>
        </p:nvGrpSpPr>
        <p:grpSpPr>
          <a:xfrm>
            <a:off x="5081153" y="2963022"/>
            <a:ext cx="1658087" cy="1221781"/>
            <a:chOff x="4660581" y="3691532"/>
            <a:chExt cx="1954451" cy="1440160"/>
          </a:xfrm>
        </p:grpSpPr>
        <p:sp>
          <p:nvSpPr>
            <p:cNvPr id="21" name="Rounded Rectangle 17">
              <a:extLst>
                <a:ext uri="{FF2B5EF4-FFF2-40B4-BE49-F238E27FC236}">
                  <a16:creationId xmlns:a16="http://schemas.microsoft.com/office/drawing/2014/main" id="{F3C6BFF6-E90F-4733-B8AD-7957DB46996A}"/>
                </a:ext>
              </a:extLst>
            </p:cNvPr>
            <p:cNvSpPr/>
            <p:nvPr/>
          </p:nvSpPr>
          <p:spPr>
            <a:xfrm rot="18900000">
              <a:off x="5174872" y="3691532"/>
              <a:ext cx="1440160" cy="1440160"/>
            </a:xfrm>
            <a:prstGeom prst="roundRect">
              <a:avLst>
                <a:gd name="adj" fmla="val 10715"/>
              </a:avLst>
            </a:prstGeom>
            <a:noFill/>
            <a:ln w="635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grpSp>
          <p:nvGrpSpPr>
            <p:cNvPr id="22" name="Group 18">
              <a:extLst>
                <a:ext uri="{FF2B5EF4-FFF2-40B4-BE49-F238E27FC236}">
                  <a16:creationId xmlns:a16="http://schemas.microsoft.com/office/drawing/2014/main" id="{8859C3DD-6544-4C3A-9A30-41426AF57FD2}"/>
                </a:ext>
              </a:extLst>
            </p:cNvPr>
            <p:cNvGrpSpPr/>
            <p:nvPr/>
          </p:nvGrpSpPr>
          <p:grpSpPr>
            <a:xfrm>
              <a:off x="4660581" y="4195588"/>
              <a:ext cx="432048" cy="432048"/>
              <a:chOff x="673332" y="2503130"/>
              <a:chExt cx="432048" cy="432048"/>
            </a:xfrm>
          </p:grpSpPr>
          <p:sp>
            <p:nvSpPr>
              <p:cNvPr id="23" name="Rectangle 19">
                <a:extLst>
                  <a:ext uri="{FF2B5EF4-FFF2-40B4-BE49-F238E27FC236}">
                    <a16:creationId xmlns:a16="http://schemas.microsoft.com/office/drawing/2014/main" id="{41C5FCB0-9907-4A0B-95E3-2FD53F98F44E}"/>
                  </a:ext>
                </a:extLst>
              </p:cNvPr>
              <p:cNvSpPr/>
              <p:nvPr/>
            </p:nvSpPr>
            <p:spPr>
              <a:xfrm rot="18900000">
                <a:off x="673332" y="2503130"/>
                <a:ext cx="432048" cy="4320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dirty="0"/>
              </a:p>
            </p:txBody>
          </p:sp>
          <p:sp>
            <p:nvSpPr>
              <p:cNvPr id="24" name="TextBox 21">
                <a:extLst>
                  <a:ext uri="{FF2B5EF4-FFF2-40B4-BE49-F238E27FC236}">
                    <a16:creationId xmlns:a16="http://schemas.microsoft.com/office/drawing/2014/main" id="{6BBE6934-41CD-4D29-B2F5-E5D90AC08F28}"/>
                  </a:ext>
                </a:extLst>
              </p:cNvPr>
              <p:cNvSpPr txBox="1"/>
              <p:nvPr/>
            </p:nvSpPr>
            <p:spPr>
              <a:xfrm>
                <a:off x="678361" y="2546374"/>
                <a:ext cx="421990" cy="326510"/>
              </a:xfrm>
              <a:prstGeom prst="rect">
                <a:avLst/>
              </a:prstGeom>
              <a:noFill/>
            </p:spPr>
            <p:txBody>
              <a:bodyPr wrap="square" rtlCol="0" anchor="ctr">
                <a:spAutoFit/>
              </a:bodyPr>
              <a:lstStyle/>
              <a:p>
                <a:pPr algn="ctr"/>
                <a:r>
                  <a:rPr lang="en-US" altLang="ko-KR" sz="1200" b="1" dirty="0">
                    <a:solidFill>
                      <a:schemeClr val="bg1"/>
                    </a:solidFill>
                    <a:latin typeface="Calibri" pitchFamily="34" charset="0"/>
                    <a:cs typeface="Calibri" pitchFamily="34" charset="0"/>
                  </a:rPr>
                  <a:t>04</a:t>
                </a:r>
                <a:endParaRPr lang="ko-KR" altLang="en-US" sz="1200" b="1" dirty="0">
                  <a:solidFill>
                    <a:schemeClr val="bg1"/>
                  </a:solidFill>
                  <a:latin typeface="Calibri" pitchFamily="34" charset="0"/>
                  <a:cs typeface="Calibri" pitchFamily="34" charset="0"/>
                </a:endParaRPr>
              </a:p>
            </p:txBody>
          </p:sp>
        </p:grpSp>
      </p:grpSp>
      <p:grpSp>
        <p:nvGrpSpPr>
          <p:cNvPr id="25" name="Group 27">
            <a:extLst>
              <a:ext uri="{FF2B5EF4-FFF2-40B4-BE49-F238E27FC236}">
                <a16:creationId xmlns:a16="http://schemas.microsoft.com/office/drawing/2014/main" id="{D2DC72E3-290D-4E7F-8973-FE2219CAE283}"/>
              </a:ext>
            </a:extLst>
          </p:cNvPr>
          <p:cNvGrpSpPr/>
          <p:nvPr/>
        </p:nvGrpSpPr>
        <p:grpSpPr>
          <a:xfrm>
            <a:off x="6513692" y="1894045"/>
            <a:ext cx="1658087" cy="1221781"/>
            <a:chOff x="5919682" y="2391602"/>
            <a:chExt cx="1954451" cy="1440160"/>
          </a:xfrm>
        </p:grpSpPr>
        <p:sp>
          <p:nvSpPr>
            <p:cNvPr id="26" name="Rounded Rectangle 21">
              <a:extLst>
                <a:ext uri="{FF2B5EF4-FFF2-40B4-BE49-F238E27FC236}">
                  <a16:creationId xmlns:a16="http://schemas.microsoft.com/office/drawing/2014/main" id="{CDE808BF-2E54-4A38-8BE6-ACC26C2DD3BA}"/>
                </a:ext>
              </a:extLst>
            </p:cNvPr>
            <p:cNvSpPr/>
            <p:nvPr/>
          </p:nvSpPr>
          <p:spPr>
            <a:xfrm rot="18900000">
              <a:off x="6433973" y="2391602"/>
              <a:ext cx="1440160" cy="1440160"/>
            </a:xfrm>
            <a:prstGeom prst="roundRect">
              <a:avLst>
                <a:gd name="adj" fmla="val 10715"/>
              </a:avLst>
            </a:prstGeom>
            <a:noFill/>
            <a:ln w="635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grpSp>
          <p:nvGrpSpPr>
            <p:cNvPr id="27" name="Group 22">
              <a:extLst>
                <a:ext uri="{FF2B5EF4-FFF2-40B4-BE49-F238E27FC236}">
                  <a16:creationId xmlns:a16="http://schemas.microsoft.com/office/drawing/2014/main" id="{70B02532-1A45-428F-86E1-F588B498F43A}"/>
                </a:ext>
              </a:extLst>
            </p:cNvPr>
            <p:cNvGrpSpPr/>
            <p:nvPr/>
          </p:nvGrpSpPr>
          <p:grpSpPr>
            <a:xfrm>
              <a:off x="5919682" y="2895658"/>
              <a:ext cx="432048" cy="432048"/>
              <a:chOff x="673332" y="2503130"/>
              <a:chExt cx="432048" cy="432048"/>
            </a:xfrm>
          </p:grpSpPr>
          <p:sp>
            <p:nvSpPr>
              <p:cNvPr id="28" name="Rectangle 23">
                <a:extLst>
                  <a:ext uri="{FF2B5EF4-FFF2-40B4-BE49-F238E27FC236}">
                    <a16:creationId xmlns:a16="http://schemas.microsoft.com/office/drawing/2014/main" id="{F3AF4B9C-3A11-4782-B645-03E4041ACCE5}"/>
                  </a:ext>
                </a:extLst>
              </p:cNvPr>
              <p:cNvSpPr/>
              <p:nvPr/>
            </p:nvSpPr>
            <p:spPr>
              <a:xfrm rot="18900000">
                <a:off x="673332" y="2503130"/>
                <a:ext cx="432048" cy="4320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9" name="TextBox 26">
                <a:extLst>
                  <a:ext uri="{FF2B5EF4-FFF2-40B4-BE49-F238E27FC236}">
                    <a16:creationId xmlns:a16="http://schemas.microsoft.com/office/drawing/2014/main" id="{B9705A2C-B101-474D-86F9-72F7EA4F0DB5}"/>
                  </a:ext>
                </a:extLst>
              </p:cNvPr>
              <p:cNvSpPr txBox="1"/>
              <p:nvPr/>
            </p:nvSpPr>
            <p:spPr>
              <a:xfrm>
                <a:off x="678361" y="2546374"/>
                <a:ext cx="421990" cy="326510"/>
              </a:xfrm>
              <a:prstGeom prst="rect">
                <a:avLst/>
              </a:prstGeom>
              <a:noFill/>
            </p:spPr>
            <p:txBody>
              <a:bodyPr wrap="square" rtlCol="0" anchor="ctr">
                <a:spAutoFit/>
              </a:bodyPr>
              <a:lstStyle/>
              <a:p>
                <a:pPr algn="ctr"/>
                <a:r>
                  <a:rPr lang="en-US" altLang="ko-KR" sz="1200" b="1" dirty="0">
                    <a:solidFill>
                      <a:schemeClr val="bg1"/>
                    </a:solidFill>
                    <a:latin typeface="Calibri" pitchFamily="34" charset="0"/>
                    <a:cs typeface="Calibri" pitchFamily="34" charset="0"/>
                  </a:rPr>
                  <a:t>05</a:t>
                </a:r>
                <a:endParaRPr lang="ko-KR" altLang="en-US" sz="1200" b="1" dirty="0">
                  <a:solidFill>
                    <a:schemeClr val="bg1"/>
                  </a:solidFill>
                  <a:latin typeface="Calibri" pitchFamily="34" charset="0"/>
                  <a:cs typeface="Calibri" pitchFamily="34" charset="0"/>
                </a:endParaRPr>
              </a:p>
            </p:txBody>
          </p:sp>
        </p:grpSp>
      </p:grpSp>
      <p:sp>
        <p:nvSpPr>
          <p:cNvPr id="30" name="TextBox 27">
            <a:extLst>
              <a:ext uri="{FF2B5EF4-FFF2-40B4-BE49-F238E27FC236}">
                <a16:creationId xmlns:a16="http://schemas.microsoft.com/office/drawing/2014/main" id="{AE16DC08-8F9C-45C4-A809-A6B403ED7564}"/>
              </a:ext>
            </a:extLst>
          </p:cNvPr>
          <p:cNvSpPr txBox="1"/>
          <p:nvPr/>
        </p:nvSpPr>
        <p:spPr>
          <a:xfrm>
            <a:off x="1208194" y="2216944"/>
            <a:ext cx="1121021" cy="369332"/>
          </a:xfrm>
          <a:prstGeom prst="rect">
            <a:avLst/>
          </a:prstGeom>
          <a:noFill/>
        </p:spPr>
        <p:txBody>
          <a:bodyPr wrap="square" rtlCol="0">
            <a:spAutoFit/>
          </a:bodyPr>
          <a:lstStyle/>
          <a:p>
            <a:pPr algn="ctr"/>
            <a:r>
              <a:rPr lang="en-US" altLang="ko-KR" b="1" dirty="0" smtClean="0">
                <a:solidFill>
                  <a:schemeClr val="tx1">
                    <a:lumMod val="65000"/>
                    <a:lumOff val="35000"/>
                  </a:schemeClr>
                </a:solidFill>
                <a:latin typeface="Times New Roman" panose="02020603050405020304" pitchFamily="18" charset="0"/>
                <a:cs typeface="Times New Roman" panose="02020603050405020304" pitchFamily="18" charset="0"/>
              </a:rPr>
              <a:t>Docker</a:t>
            </a:r>
            <a:endParaRPr lang="ko-KR" altLang="en-US"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31" name="TextBox 28">
            <a:extLst>
              <a:ext uri="{FF2B5EF4-FFF2-40B4-BE49-F238E27FC236}">
                <a16:creationId xmlns:a16="http://schemas.microsoft.com/office/drawing/2014/main" id="{AC47A533-FD89-4563-9F8F-35DC81AA8B64}"/>
              </a:ext>
            </a:extLst>
          </p:cNvPr>
          <p:cNvSpPr txBox="1"/>
          <p:nvPr/>
        </p:nvSpPr>
        <p:spPr>
          <a:xfrm>
            <a:off x="4106970" y="2173689"/>
            <a:ext cx="1286713" cy="369332"/>
          </a:xfrm>
          <a:prstGeom prst="rect">
            <a:avLst/>
          </a:prstGeom>
          <a:noFill/>
        </p:spPr>
        <p:txBody>
          <a:bodyPr wrap="square" rtlCol="0">
            <a:spAutoFit/>
          </a:bodyPr>
          <a:lstStyle/>
          <a:p>
            <a:pPr algn="ctr"/>
            <a:r>
              <a:rPr lang="en-US" altLang="ko-KR" b="1" dirty="0" smtClean="0">
                <a:solidFill>
                  <a:schemeClr val="tx1">
                    <a:lumMod val="65000"/>
                    <a:lumOff val="35000"/>
                  </a:schemeClr>
                </a:solidFill>
                <a:latin typeface="Times New Roman" panose="02020603050405020304" pitchFamily="18" charset="0"/>
                <a:cs typeface="Times New Roman" panose="02020603050405020304" pitchFamily="18" charset="0"/>
              </a:rPr>
              <a:t>MongoDB</a:t>
            </a:r>
            <a:endParaRPr lang="en-US" altLang="ko-KR"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32" name="TextBox 29">
            <a:extLst>
              <a:ext uri="{FF2B5EF4-FFF2-40B4-BE49-F238E27FC236}">
                <a16:creationId xmlns:a16="http://schemas.microsoft.com/office/drawing/2014/main" id="{AE64AD87-F7A7-48CD-843B-C0B586B39929}"/>
              </a:ext>
            </a:extLst>
          </p:cNvPr>
          <p:cNvSpPr txBox="1"/>
          <p:nvPr/>
        </p:nvSpPr>
        <p:spPr>
          <a:xfrm>
            <a:off x="7008476" y="2275870"/>
            <a:ext cx="1121021" cy="369332"/>
          </a:xfrm>
          <a:prstGeom prst="rect">
            <a:avLst/>
          </a:prstGeom>
          <a:noFill/>
        </p:spPr>
        <p:txBody>
          <a:bodyPr wrap="square" rtlCol="0">
            <a:spAutoFit/>
          </a:bodyPr>
          <a:lstStyle/>
          <a:p>
            <a:pPr algn="ctr"/>
            <a:r>
              <a:rPr lang="en-US" altLang="ko-KR" b="1" dirty="0" smtClean="0">
                <a:solidFill>
                  <a:schemeClr val="tx1">
                    <a:lumMod val="65000"/>
                    <a:lumOff val="35000"/>
                  </a:schemeClr>
                </a:solidFill>
                <a:latin typeface="Times New Roman" panose="02020603050405020304" pitchFamily="18" charset="0"/>
                <a:cs typeface="Times New Roman" panose="02020603050405020304" pitchFamily="18" charset="0"/>
              </a:rPr>
              <a:t>Node js</a:t>
            </a:r>
            <a:endParaRPr lang="en-US" altLang="ko-KR"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33" name="TextBox 30">
            <a:extLst>
              <a:ext uri="{FF2B5EF4-FFF2-40B4-BE49-F238E27FC236}">
                <a16:creationId xmlns:a16="http://schemas.microsoft.com/office/drawing/2014/main" id="{655CB369-C218-4729-80DA-7B43F5968EC5}"/>
              </a:ext>
            </a:extLst>
          </p:cNvPr>
          <p:cNvSpPr txBox="1"/>
          <p:nvPr/>
        </p:nvSpPr>
        <p:spPr>
          <a:xfrm>
            <a:off x="2628300" y="3151446"/>
            <a:ext cx="1221674" cy="923330"/>
          </a:xfrm>
          <a:prstGeom prst="rect">
            <a:avLst/>
          </a:prstGeom>
          <a:noFill/>
        </p:spPr>
        <p:txBody>
          <a:bodyPr wrap="square" rtlCol="0">
            <a:spAutoFit/>
          </a:bodyPr>
          <a:lstStyle/>
          <a:p>
            <a:pPr algn="ctr"/>
            <a:r>
              <a:rPr lang="en-US" altLang="ko-KR" b="1" dirty="0" smtClean="0">
                <a:solidFill>
                  <a:schemeClr val="tx1">
                    <a:lumMod val="65000"/>
                    <a:lumOff val="35000"/>
                  </a:schemeClr>
                </a:solidFill>
                <a:latin typeface="Times New Roman" panose="02020603050405020304" pitchFamily="18" charset="0"/>
                <a:cs typeface="Times New Roman" panose="02020603050405020304" pitchFamily="18" charset="0"/>
              </a:rPr>
              <a:t>Visual studio code</a:t>
            </a:r>
            <a:endParaRPr lang="en-US" altLang="ko-KR"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34" name="TextBox 31">
            <a:extLst>
              <a:ext uri="{FF2B5EF4-FFF2-40B4-BE49-F238E27FC236}">
                <a16:creationId xmlns:a16="http://schemas.microsoft.com/office/drawing/2014/main" id="{4F1315A1-75FA-4A5F-BE55-6F451B5D5546}"/>
              </a:ext>
            </a:extLst>
          </p:cNvPr>
          <p:cNvSpPr txBox="1"/>
          <p:nvPr/>
        </p:nvSpPr>
        <p:spPr>
          <a:xfrm>
            <a:off x="5504667" y="3361009"/>
            <a:ext cx="1296978" cy="369332"/>
          </a:xfrm>
          <a:prstGeom prst="rect">
            <a:avLst/>
          </a:prstGeom>
          <a:noFill/>
        </p:spPr>
        <p:txBody>
          <a:bodyPr wrap="square" rtlCol="0">
            <a:spAutoFit/>
          </a:bodyPr>
          <a:lstStyle/>
          <a:p>
            <a:pPr algn="ctr"/>
            <a:r>
              <a:rPr lang="en-US" altLang="ko-KR" b="1" dirty="0" smtClean="0">
                <a:solidFill>
                  <a:schemeClr val="tx1">
                    <a:lumMod val="65000"/>
                    <a:lumOff val="35000"/>
                  </a:schemeClr>
                </a:solidFill>
                <a:latin typeface="Times New Roman" panose="02020603050405020304" pitchFamily="18" charset="0"/>
                <a:cs typeface="Times New Roman" panose="02020603050405020304" pitchFamily="18" charset="0"/>
              </a:rPr>
              <a:t>Photoshop</a:t>
            </a:r>
            <a:endParaRPr lang="en-US" altLang="ko-KR"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35" name="Text Placeholder 2"/>
          <p:cNvSpPr txBox="1">
            <a:spLocks/>
          </p:cNvSpPr>
          <p:nvPr/>
        </p:nvSpPr>
        <p:spPr>
          <a:xfrm>
            <a:off x="0" y="699542"/>
            <a:ext cx="9144000" cy="288032"/>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1800" dirty="0" smtClean="0"/>
              <a:t>                                                    </a:t>
            </a:r>
            <a:r>
              <a:rPr lang="fr-FR" sz="1800" dirty="0"/>
              <a:t>Environnement</a:t>
            </a:r>
            <a:r>
              <a:rPr lang="fr-FR" sz="1800" dirty="0" smtClean="0"/>
              <a:t> logiciels</a:t>
            </a:r>
          </a:p>
          <a:p>
            <a:endParaRPr lang="fr-FR" sz="1800" dirty="0">
              <a:latin typeface="Times New Roman" panose="02020603050405020304" pitchFamily="18" charset="0"/>
              <a:cs typeface="Times New Roman" panose="02020603050405020304" pitchFamily="18" charset="0"/>
            </a:endParaRPr>
          </a:p>
        </p:txBody>
      </p:sp>
      <p:sp>
        <p:nvSpPr>
          <p:cNvPr id="36" name="ZoneTexte 35"/>
          <p:cNvSpPr txBox="1"/>
          <p:nvPr/>
        </p:nvSpPr>
        <p:spPr>
          <a:xfrm>
            <a:off x="8316416" y="4486053"/>
            <a:ext cx="441146" cy="369332"/>
          </a:xfrm>
          <a:prstGeom prst="rect">
            <a:avLst/>
          </a:prstGeom>
          <a:noFill/>
        </p:spPr>
        <p:txBody>
          <a:bodyPr wrap="none" rtlCol="0">
            <a:spAutoFit/>
          </a:bodyPr>
          <a:lstStyle/>
          <a:p>
            <a:r>
              <a:rPr lang="fr-FR" dirty="0" smtClean="0"/>
              <a:t>14</a:t>
            </a:r>
            <a:endParaRPr lang="fr-FR" dirty="0"/>
          </a:p>
        </p:txBody>
      </p:sp>
    </p:spTree>
    <p:extLst>
      <p:ext uri="{BB962C8B-B14F-4D97-AF65-F5344CB8AC3E}">
        <p14:creationId xmlns:p14="http://schemas.microsoft.com/office/powerpoint/2010/main" val="343398645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539552" y="1419622"/>
            <a:ext cx="3024336" cy="707886"/>
          </a:xfrm>
          <a:prstGeom prst="rect">
            <a:avLst/>
          </a:prstGeom>
          <a:noFill/>
        </p:spPr>
        <p:txBody>
          <a:bodyPr wrap="square" rtlCol="0">
            <a:spAutoFit/>
          </a:bodyPr>
          <a:lstStyle/>
          <a:p>
            <a:r>
              <a:rPr lang="fr-FR" sz="2000" b="1" dirty="0" smtClean="0"/>
              <a:t>MongoDB:</a:t>
            </a:r>
          </a:p>
          <a:p>
            <a:endParaRPr lang="fr-FR" sz="2000" b="1" dirty="0" smtClean="0"/>
          </a:p>
        </p:txBody>
      </p:sp>
      <p:sp>
        <p:nvSpPr>
          <p:cNvPr id="5" name="ZoneTexte 4"/>
          <p:cNvSpPr txBox="1"/>
          <p:nvPr/>
        </p:nvSpPr>
        <p:spPr>
          <a:xfrm>
            <a:off x="683568" y="2044174"/>
            <a:ext cx="8064896" cy="338554"/>
          </a:xfrm>
          <a:prstGeom prst="rect">
            <a:avLst/>
          </a:prstGeom>
          <a:noFill/>
        </p:spPr>
        <p:txBody>
          <a:bodyPr wrap="square" rtlCol="0">
            <a:spAutoFit/>
          </a:bodyPr>
          <a:lstStyle/>
          <a:p>
            <a:r>
              <a:rPr lang="fr-FR" sz="1600" dirty="0" smtClean="0">
                <a:latin typeface="Times New Roman" panose="02020603050405020304" pitchFamily="18" charset="0"/>
                <a:cs typeface="Times New Roman" panose="02020603050405020304" pitchFamily="18" charset="0"/>
              </a:rPr>
              <a:t>Dans notre projet on a sauvegardé la base de données dans mLab </a:t>
            </a:r>
            <a:endParaRPr lang="fr-FR" sz="1600"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339095" y="3108905"/>
            <a:ext cx="8465809" cy="830997"/>
          </a:xfrm>
          <a:prstGeom prst="rect">
            <a:avLst/>
          </a:prstGeom>
          <a:noFill/>
        </p:spPr>
        <p:txBody>
          <a:bodyPr wrap="square" rtlCol="0">
            <a:spAutoFit/>
          </a:bodyPr>
          <a:lstStyle/>
          <a:p>
            <a:pPr>
              <a:lnSpc>
                <a:spcPct val="150000"/>
              </a:lnSpc>
            </a:pPr>
            <a:r>
              <a:rPr lang="fr-FR" sz="1600" b="1" dirty="0" smtClean="0">
                <a:latin typeface="Times New Roman" panose="02020603050405020304" pitchFamily="18" charset="0"/>
                <a:cs typeface="Times New Roman" panose="02020603050405020304" pitchFamily="18" charset="0"/>
              </a:rPr>
              <a:t>mLab</a:t>
            </a:r>
            <a:r>
              <a:rPr lang="fr-FR" sz="1600" dirty="0">
                <a:latin typeface="Times New Roman" panose="02020603050405020304" pitchFamily="18" charset="0"/>
                <a:cs typeface="Times New Roman" panose="02020603050405020304" pitchFamily="18" charset="0"/>
              </a:rPr>
              <a:t> est un service de base de données cloud entièrement géré qui héberge des bases de </a:t>
            </a:r>
            <a:r>
              <a:rPr lang="fr-FR" sz="1600" dirty="0" smtClean="0">
                <a:latin typeface="Times New Roman" panose="02020603050405020304" pitchFamily="18" charset="0"/>
                <a:cs typeface="Times New Roman" panose="02020603050405020304" pitchFamily="18" charset="0"/>
              </a:rPr>
              <a:t>données</a:t>
            </a:r>
          </a:p>
          <a:p>
            <a:pPr>
              <a:lnSpc>
                <a:spcPct val="150000"/>
              </a:lnSpc>
            </a:pPr>
            <a:r>
              <a:rPr lang="fr-FR" sz="1600" dirty="0">
                <a:latin typeface="Times New Roman" panose="02020603050405020304" pitchFamily="18" charset="0"/>
                <a:cs typeface="Times New Roman" panose="02020603050405020304" pitchFamily="18" charset="0"/>
              </a:rPr>
              <a:t> </a:t>
            </a:r>
            <a:r>
              <a:rPr lang="fr-FR" sz="1600" dirty="0" smtClean="0">
                <a:latin typeface="Times New Roman" panose="02020603050405020304" pitchFamily="18" charset="0"/>
                <a:cs typeface="Times New Roman" panose="02020603050405020304" pitchFamily="18" charset="0"/>
              </a:rPr>
              <a:t>MongoDB</a:t>
            </a:r>
            <a:r>
              <a:rPr lang="fr-FR" sz="1600" dirty="0">
                <a:latin typeface="Times New Roman" panose="02020603050405020304" pitchFamily="18" charset="0"/>
                <a:cs typeface="Times New Roman" panose="02020603050405020304" pitchFamily="18" charset="0"/>
              </a:rPr>
              <a:t> . mLab fonctionne sur les fournisseurs de cloud </a:t>
            </a:r>
            <a:r>
              <a:rPr lang="fr-FR" sz="1600" dirty="0" smtClean="0">
                <a:latin typeface="Times New Roman" panose="02020603050405020304" pitchFamily="18" charset="0"/>
                <a:cs typeface="Times New Roman" panose="02020603050405020304" pitchFamily="18" charset="0"/>
              </a:rPr>
              <a:t>Amazon</a:t>
            </a:r>
            <a:r>
              <a:rPr lang="fr-FR" sz="1600" dirty="0">
                <a:latin typeface="Times New Roman" panose="02020603050405020304" pitchFamily="18" charset="0"/>
                <a:cs typeface="Times New Roman" panose="02020603050405020304" pitchFamily="18" charset="0"/>
              </a:rPr>
              <a:t> , Google et Microsoft Azure</a:t>
            </a:r>
          </a:p>
        </p:txBody>
      </p:sp>
      <p:sp>
        <p:nvSpPr>
          <p:cNvPr id="7" name="ZoneTexte 6"/>
          <p:cNvSpPr txBox="1"/>
          <p:nvPr/>
        </p:nvSpPr>
        <p:spPr>
          <a:xfrm>
            <a:off x="2987824" y="2599913"/>
            <a:ext cx="2347117" cy="430887"/>
          </a:xfrm>
          <a:prstGeom prst="rect">
            <a:avLst/>
          </a:prstGeom>
          <a:noFill/>
        </p:spPr>
        <p:txBody>
          <a:bodyPr wrap="none" rtlCol="0">
            <a:spAutoFit/>
          </a:bodyPr>
          <a:lstStyle/>
          <a:p>
            <a:r>
              <a:rPr lang="fr-FR" sz="2200" dirty="0" smtClean="0">
                <a:solidFill>
                  <a:schemeClr val="tx2">
                    <a:lumMod val="50000"/>
                  </a:schemeClr>
                </a:solidFill>
                <a:latin typeface="Times New Roman" panose="02020603050405020304" pitchFamily="18" charset="0"/>
                <a:cs typeface="Times New Roman" panose="02020603050405020304" pitchFamily="18" charset="0"/>
              </a:rPr>
              <a:t>C ’est quoi mLab ?</a:t>
            </a:r>
            <a:endParaRPr lang="fr-FR" sz="22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8" name="Espace réservé du texte 1"/>
          <p:cNvSpPr>
            <a:spLocks noGrp="1"/>
          </p:cNvSpPr>
          <p:nvPr>
            <p:ph type="body" sz="quarter" idx="10"/>
          </p:nvPr>
        </p:nvSpPr>
        <p:spPr>
          <a:xfrm>
            <a:off x="0" y="123478"/>
            <a:ext cx="9144000" cy="576064"/>
          </a:xfrm>
        </p:spPr>
        <p:txBody>
          <a:bodyPr/>
          <a:lstStyle/>
          <a:p>
            <a:r>
              <a:rPr lang="en-US" altLang="ko-KR" dirty="0"/>
              <a:t>Réalisation</a:t>
            </a:r>
            <a:endParaRPr lang="fr-FR" dirty="0"/>
          </a:p>
        </p:txBody>
      </p:sp>
      <p:sp>
        <p:nvSpPr>
          <p:cNvPr id="9" name="Espace réservé du texte 2"/>
          <p:cNvSpPr>
            <a:spLocks noGrp="1"/>
          </p:cNvSpPr>
          <p:nvPr>
            <p:ph type="body" sz="quarter" idx="11"/>
          </p:nvPr>
        </p:nvSpPr>
        <p:spPr>
          <a:xfrm>
            <a:off x="0" y="699542"/>
            <a:ext cx="9144000" cy="288032"/>
          </a:xfrm>
        </p:spPr>
        <p:txBody>
          <a:bodyPr/>
          <a:lstStyle/>
          <a:p>
            <a:r>
              <a:rPr lang="fr-FR" sz="1800" dirty="0">
                <a:latin typeface="Times New Roman" panose="02020603050405020304" pitchFamily="18" charset="0"/>
                <a:cs typeface="Times New Roman" panose="02020603050405020304" pitchFamily="18" charset="0"/>
              </a:rPr>
              <a:t> </a:t>
            </a:r>
          </a:p>
          <a:p>
            <a:endParaRPr lang="fr-FR" sz="1800" dirty="0">
              <a:latin typeface="Times New Roman" panose="02020603050405020304" pitchFamily="18" charset="0"/>
              <a:cs typeface="Times New Roman" panose="02020603050405020304" pitchFamily="18" charset="0"/>
            </a:endParaRPr>
          </a:p>
          <a:p>
            <a:endParaRPr lang="fr-FR" sz="1800" dirty="0" smtClean="0">
              <a:latin typeface="Times New Roman" panose="02020603050405020304" pitchFamily="18" charset="0"/>
              <a:cs typeface="Times New Roman" panose="02020603050405020304" pitchFamily="18" charset="0"/>
            </a:endParaRPr>
          </a:p>
          <a:p>
            <a:r>
              <a:rPr lang="fr-FR" sz="1800" dirty="0" smtClean="0">
                <a:latin typeface="Times New Roman" panose="02020603050405020304" pitchFamily="18" charset="0"/>
                <a:cs typeface="Times New Roman" panose="02020603050405020304" pitchFamily="18" charset="0"/>
              </a:rPr>
              <a:t>Environnement </a:t>
            </a:r>
            <a:r>
              <a:rPr lang="fr-FR" sz="1800" dirty="0">
                <a:latin typeface="Times New Roman" panose="02020603050405020304" pitchFamily="18" charset="0"/>
                <a:cs typeface="Times New Roman" panose="02020603050405020304" pitchFamily="18" charset="0"/>
              </a:rPr>
              <a:t>logiciels</a:t>
            </a: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p:txBody>
      </p:sp>
      <p:sp>
        <p:nvSpPr>
          <p:cNvPr id="10" name="ZoneTexte 9"/>
          <p:cNvSpPr txBox="1"/>
          <p:nvPr/>
        </p:nvSpPr>
        <p:spPr>
          <a:xfrm>
            <a:off x="8316416" y="4486053"/>
            <a:ext cx="441146" cy="369332"/>
          </a:xfrm>
          <a:prstGeom prst="rect">
            <a:avLst/>
          </a:prstGeom>
          <a:noFill/>
        </p:spPr>
        <p:txBody>
          <a:bodyPr wrap="none" rtlCol="0">
            <a:spAutoFit/>
          </a:bodyPr>
          <a:lstStyle/>
          <a:p>
            <a:r>
              <a:rPr lang="fr-FR" dirty="0" smtClean="0"/>
              <a:t>15</a:t>
            </a:r>
            <a:endParaRPr lang="fr-FR" dirty="0"/>
          </a:p>
        </p:txBody>
      </p:sp>
    </p:spTree>
    <p:extLst>
      <p:ext uri="{BB962C8B-B14F-4D97-AF65-F5344CB8AC3E}">
        <p14:creationId xmlns:p14="http://schemas.microsoft.com/office/powerpoint/2010/main" val="72782264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539552" y="1419622"/>
            <a:ext cx="3024336" cy="707886"/>
          </a:xfrm>
          <a:prstGeom prst="rect">
            <a:avLst/>
          </a:prstGeom>
          <a:noFill/>
        </p:spPr>
        <p:txBody>
          <a:bodyPr wrap="square" rtlCol="0">
            <a:spAutoFit/>
          </a:bodyPr>
          <a:lstStyle/>
          <a:p>
            <a:r>
              <a:rPr lang="fr-FR" sz="2000" b="1" dirty="0" smtClean="0"/>
              <a:t>Node js :</a:t>
            </a:r>
          </a:p>
          <a:p>
            <a:endParaRPr lang="fr-FR" sz="2000" b="1" dirty="0" smtClean="0"/>
          </a:p>
        </p:txBody>
      </p:sp>
      <p:sp>
        <p:nvSpPr>
          <p:cNvPr id="5" name="ZoneTexte 4"/>
          <p:cNvSpPr txBox="1"/>
          <p:nvPr/>
        </p:nvSpPr>
        <p:spPr>
          <a:xfrm>
            <a:off x="555439" y="1959391"/>
            <a:ext cx="8280920" cy="1200329"/>
          </a:xfrm>
          <a:prstGeom prst="rect">
            <a:avLst/>
          </a:prstGeom>
          <a:noFill/>
        </p:spPr>
        <p:txBody>
          <a:bodyPr wrap="square" rtlCol="0">
            <a:spAutoFit/>
          </a:bodyPr>
          <a:lstStyle/>
          <a:p>
            <a:pPr algn="just">
              <a:lnSpc>
                <a:spcPct val="150000"/>
              </a:lnSpc>
            </a:pPr>
            <a:r>
              <a:rPr lang="fr-FR" sz="1600" dirty="0">
                <a:latin typeface="Times New Roman" panose="02020603050405020304" pitchFamily="18" charset="0"/>
                <a:cs typeface="Times New Roman" panose="02020603050405020304" pitchFamily="18" charset="0"/>
              </a:rPr>
              <a:t>La structure Node js est capable de travailler avec des bases de données généralement requises par la plupart des applications Web modernes. Le N</a:t>
            </a:r>
            <a:r>
              <a:rPr lang="fr-FR" sz="1600" dirty="0" smtClean="0">
                <a:latin typeface="Times New Roman" panose="02020603050405020304" pitchFamily="18" charset="0"/>
                <a:cs typeface="Times New Roman" panose="02020603050405020304" pitchFamily="18" charset="0"/>
              </a:rPr>
              <a:t>ode </a:t>
            </a:r>
            <a:r>
              <a:rPr lang="fr-FR" sz="1600" dirty="0">
                <a:latin typeface="Times New Roman" panose="02020603050405020304" pitchFamily="18" charset="0"/>
                <a:cs typeface="Times New Roman" panose="02020603050405020304" pitchFamily="18" charset="0"/>
              </a:rPr>
              <a:t>js peut fonctionner avec des bases de données </a:t>
            </a:r>
            <a:endParaRPr lang="fr-FR" sz="1600" dirty="0" smtClean="0">
              <a:latin typeface="Times New Roman" panose="02020603050405020304" pitchFamily="18" charset="0"/>
              <a:cs typeface="Times New Roman" panose="02020603050405020304" pitchFamily="18" charset="0"/>
            </a:endParaRPr>
          </a:p>
          <a:p>
            <a:pPr algn="just">
              <a:lnSpc>
                <a:spcPct val="150000"/>
              </a:lnSpc>
            </a:pPr>
            <a:r>
              <a:rPr lang="fr-FR" sz="1600" dirty="0" smtClean="0">
                <a:latin typeface="Times New Roman" panose="02020603050405020304" pitchFamily="18" charset="0"/>
                <a:cs typeface="Times New Roman" panose="02020603050405020304" pitchFamily="18" charset="0"/>
              </a:rPr>
              <a:t>relationnelles telles </a:t>
            </a:r>
            <a:r>
              <a:rPr lang="fr-FR" sz="1600" dirty="0">
                <a:latin typeface="Times New Roman" panose="02020603050405020304" pitchFamily="18" charset="0"/>
                <a:cs typeface="Times New Roman" panose="02020603050405020304" pitchFamily="18" charset="0"/>
              </a:rPr>
              <a:t>que Oracle et MS SQL </a:t>
            </a:r>
            <a:r>
              <a:rPr lang="fr-FR" sz="1600" dirty="0" smtClean="0">
                <a:latin typeface="Times New Roman" panose="02020603050405020304" pitchFamily="18" charset="0"/>
                <a:cs typeface="Times New Roman" panose="02020603050405020304" pitchFamily="18" charset="0"/>
              </a:rPr>
              <a:t>Server </a:t>
            </a:r>
            <a:r>
              <a:rPr lang="fr-FR" sz="1600" dirty="0">
                <a:latin typeface="Times New Roman" panose="02020603050405020304" pitchFamily="18" charset="0"/>
                <a:cs typeface="Times New Roman" panose="02020603050405020304" pitchFamily="18" charset="0"/>
              </a:rPr>
              <a:t>et non relationnelles </a:t>
            </a:r>
            <a:r>
              <a:rPr lang="fr-FR" sz="1600" dirty="0" smtClean="0">
                <a:latin typeface="Times New Roman" panose="02020603050405020304" pitchFamily="18" charset="0"/>
                <a:cs typeface="Times New Roman" panose="02020603050405020304" pitchFamily="18" charset="0"/>
              </a:rPr>
              <a:t>telles </a:t>
            </a:r>
            <a:r>
              <a:rPr lang="fr-FR" sz="1600" dirty="0">
                <a:latin typeface="Times New Roman" panose="02020603050405020304" pitchFamily="18" charset="0"/>
                <a:cs typeface="Times New Roman" panose="02020603050405020304" pitchFamily="18" charset="0"/>
              </a:rPr>
              <a:t>que </a:t>
            </a:r>
            <a:r>
              <a:rPr lang="fr-FR" sz="1600" dirty="0" smtClean="0">
                <a:latin typeface="Times New Roman" panose="02020603050405020304" pitchFamily="18" charset="0"/>
                <a:cs typeface="Times New Roman" panose="02020603050405020304" pitchFamily="18" charset="0"/>
              </a:rPr>
              <a:t>MongoDB.</a:t>
            </a:r>
            <a:endParaRPr lang="fr-FR" sz="1600" dirty="0">
              <a:latin typeface="Times New Roman" panose="02020603050405020304" pitchFamily="18" charset="0"/>
              <a:cs typeface="Times New Roman" panose="02020603050405020304" pitchFamily="18" charset="0"/>
            </a:endParaRPr>
          </a:p>
        </p:txBody>
      </p:sp>
      <p:sp>
        <p:nvSpPr>
          <p:cNvPr id="6" name="Espace réservé du texte 1"/>
          <p:cNvSpPr>
            <a:spLocks noGrp="1"/>
          </p:cNvSpPr>
          <p:nvPr>
            <p:ph type="body" sz="quarter" idx="10"/>
          </p:nvPr>
        </p:nvSpPr>
        <p:spPr>
          <a:xfrm>
            <a:off x="0" y="123478"/>
            <a:ext cx="9144000" cy="576064"/>
          </a:xfrm>
        </p:spPr>
        <p:txBody>
          <a:bodyPr/>
          <a:lstStyle/>
          <a:p>
            <a:r>
              <a:rPr lang="en-US" altLang="ko-KR" dirty="0"/>
              <a:t>Réalisation</a:t>
            </a:r>
            <a:endParaRPr lang="fr-FR" dirty="0"/>
          </a:p>
        </p:txBody>
      </p:sp>
      <p:sp>
        <p:nvSpPr>
          <p:cNvPr id="7" name="Espace réservé du texte 2"/>
          <p:cNvSpPr>
            <a:spLocks noGrp="1"/>
          </p:cNvSpPr>
          <p:nvPr>
            <p:ph type="body" sz="quarter" idx="11"/>
          </p:nvPr>
        </p:nvSpPr>
        <p:spPr>
          <a:xfrm>
            <a:off x="0" y="699542"/>
            <a:ext cx="9144000" cy="288032"/>
          </a:xfrm>
        </p:spPr>
        <p:txBody>
          <a:bodyPr/>
          <a:lstStyle/>
          <a:p>
            <a:r>
              <a:rPr lang="fr-FR" sz="1800" dirty="0">
                <a:latin typeface="Times New Roman" panose="02020603050405020304" pitchFamily="18" charset="0"/>
                <a:cs typeface="Times New Roman" panose="02020603050405020304" pitchFamily="18" charset="0"/>
              </a:rPr>
              <a:t> </a:t>
            </a:r>
          </a:p>
          <a:p>
            <a:endParaRPr lang="fr-FR" sz="1800" dirty="0">
              <a:latin typeface="Times New Roman" panose="02020603050405020304" pitchFamily="18" charset="0"/>
              <a:cs typeface="Times New Roman" panose="02020603050405020304" pitchFamily="18" charset="0"/>
            </a:endParaRPr>
          </a:p>
          <a:p>
            <a:endParaRPr lang="fr-FR" sz="1800" dirty="0" smtClean="0">
              <a:latin typeface="Times New Roman" panose="02020603050405020304" pitchFamily="18" charset="0"/>
              <a:cs typeface="Times New Roman" panose="02020603050405020304" pitchFamily="18" charset="0"/>
            </a:endParaRPr>
          </a:p>
          <a:p>
            <a:r>
              <a:rPr lang="fr-FR" sz="1800" dirty="0" smtClean="0">
                <a:latin typeface="Times New Roman" panose="02020603050405020304" pitchFamily="18" charset="0"/>
                <a:cs typeface="Times New Roman" panose="02020603050405020304" pitchFamily="18" charset="0"/>
              </a:rPr>
              <a:t>Environnement </a:t>
            </a:r>
            <a:r>
              <a:rPr lang="fr-FR" sz="1800" dirty="0">
                <a:latin typeface="Times New Roman" panose="02020603050405020304" pitchFamily="18" charset="0"/>
                <a:cs typeface="Times New Roman" panose="02020603050405020304" pitchFamily="18" charset="0"/>
              </a:rPr>
              <a:t>logiciels</a:t>
            </a: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p:txBody>
      </p:sp>
      <p:sp>
        <p:nvSpPr>
          <p:cNvPr id="8" name="ZoneTexte 7"/>
          <p:cNvSpPr txBox="1"/>
          <p:nvPr/>
        </p:nvSpPr>
        <p:spPr>
          <a:xfrm>
            <a:off x="294443" y="3363838"/>
            <a:ext cx="8568952" cy="830997"/>
          </a:xfrm>
          <a:prstGeom prst="rect">
            <a:avLst/>
          </a:prstGeom>
          <a:noFill/>
        </p:spPr>
        <p:txBody>
          <a:bodyPr wrap="square" rtlCol="0">
            <a:spAutoFit/>
          </a:bodyPr>
          <a:lstStyle/>
          <a:p>
            <a:pPr>
              <a:lnSpc>
                <a:spcPct val="150000"/>
              </a:lnSpc>
            </a:pPr>
            <a:r>
              <a:rPr lang="fr-FR" sz="1600" dirty="0" smtClean="0">
                <a:solidFill>
                  <a:srgbClr val="C00000"/>
                </a:solidFill>
                <a:latin typeface="Times New Roman" panose="02020603050405020304" pitchFamily="18" charset="0"/>
                <a:cs typeface="Times New Roman" panose="02020603050405020304" pitchFamily="18" charset="0"/>
              </a:rPr>
              <a:t>NB: </a:t>
            </a:r>
            <a:r>
              <a:rPr lang="fr-FR" sz="1600" dirty="0" smtClean="0">
                <a:latin typeface="Times New Roman" panose="02020603050405020304" pitchFamily="18" charset="0"/>
                <a:cs typeface="Times New Roman" panose="02020603050405020304" pitchFamily="18" charset="0"/>
              </a:rPr>
              <a:t>Il </a:t>
            </a:r>
            <a:r>
              <a:rPr lang="fr-FR" sz="1600" dirty="0">
                <a:latin typeface="Times New Roman" panose="02020603050405020304" pitchFamily="18" charset="0"/>
                <a:cs typeface="Times New Roman" panose="02020603050405020304" pitchFamily="18" charset="0"/>
              </a:rPr>
              <a:t>existe des milliers de modules qui offrent des fonctionnalités variées : de la gestion des fichiers uploadés à la connexion aux bases de données</a:t>
            </a:r>
          </a:p>
        </p:txBody>
      </p:sp>
      <p:sp>
        <p:nvSpPr>
          <p:cNvPr id="9" name="ZoneTexte 8"/>
          <p:cNvSpPr txBox="1"/>
          <p:nvPr/>
        </p:nvSpPr>
        <p:spPr>
          <a:xfrm>
            <a:off x="8316416" y="4486053"/>
            <a:ext cx="441146" cy="369332"/>
          </a:xfrm>
          <a:prstGeom prst="rect">
            <a:avLst/>
          </a:prstGeom>
          <a:noFill/>
        </p:spPr>
        <p:txBody>
          <a:bodyPr wrap="none" rtlCol="0">
            <a:spAutoFit/>
          </a:bodyPr>
          <a:lstStyle/>
          <a:p>
            <a:r>
              <a:rPr lang="fr-FR" dirty="0" smtClean="0"/>
              <a:t>16</a:t>
            </a:r>
            <a:endParaRPr lang="fr-FR" dirty="0"/>
          </a:p>
        </p:txBody>
      </p:sp>
    </p:spTree>
    <p:extLst>
      <p:ext uri="{BB962C8B-B14F-4D97-AF65-F5344CB8AC3E}">
        <p14:creationId xmlns:p14="http://schemas.microsoft.com/office/powerpoint/2010/main" val="3383238137"/>
      </p:ext>
    </p:extLst>
  </p:cSld>
  <p:clrMapOvr>
    <a:masterClrMapping/>
  </p:clrMapOvr>
  <p:transition spd="slow">
    <p:comb/>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87524" y="1347614"/>
            <a:ext cx="8568952" cy="786754"/>
          </a:xfrm>
          <a:prstGeom prst="rect">
            <a:avLst/>
          </a:prstGeom>
          <a:noFill/>
        </p:spPr>
        <p:txBody>
          <a:bodyPr wrap="square" rtlCol="0">
            <a:spAutoFit/>
          </a:bodyPr>
          <a:lstStyle/>
          <a:p>
            <a:pPr>
              <a:lnSpc>
                <a:spcPct val="150000"/>
              </a:lnSpc>
            </a:pPr>
            <a:r>
              <a:rPr lang="fr-FR" sz="1600" b="1" dirty="0" smtClean="0">
                <a:latin typeface="Times New Roman" panose="02020603050405020304" pitchFamily="18" charset="0"/>
                <a:cs typeface="Times New Roman" panose="02020603050405020304" pitchFamily="18" charset="0"/>
              </a:rPr>
              <a:t>Express.js</a:t>
            </a:r>
            <a:r>
              <a:rPr lang="fr-FR" sz="1600" dirty="0">
                <a:latin typeface="Times New Roman" panose="02020603050405020304" pitchFamily="18" charset="0"/>
                <a:cs typeface="Times New Roman" panose="02020603050405020304" pitchFamily="18" charset="0"/>
              </a:rPr>
              <a:t>:</a:t>
            </a:r>
            <a:r>
              <a:rPr lang="fr-FR" sz="1600" dirty="0" smtClean="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Il s'agit en fait d'un </a:t>
            </a:r>
            <a:r>
              <a:rPr lang="fr-FR" sz="1600" dirty="0" smtClean="0">
                <a:latin typeface="Times New Roman" panose="02020603050405020304" pitchFamily="18" charset="0"/>
                <a:cs typeface="Times New Roman" panose="02020603050405020304" pitchFamily="18" charset="0"/>
              </a:rPr>
              <a:t>micro-</a:t>
            </a:r>
            <a:r>
              <a:rPr lang="fr-FR" sz="1600" dirty="0">
                <a:latin typeface="Times New Roman" panose="02020603050405020304" pitchFamily="18" charset="0"/>
                <a:cs typeface="Times New Roman" panose="02020603050405020304" pitchFamily="18" charset="0"/>
              </a:rPr>
              <a:t>F</a:t>
            </a:r>
            <a:r>
              <a:rPr lang="fr-FR" sz="1600" dirty="0" smtClean="0">
                <a:latin typeface="Times New Roman" panose="02020603050405020304" pitchFamily="18" charset="0"/>
                <a:cs typeface="Times New Roman" panose="02020603050405020304" pitchFamily="18" charset="0"/>
              </a:rPr>
              <a:t>ramework </a:t>
            </a:r>
            <a:r>
              <a:rPr lang="fr-FR" sz="1600" dirty="0">
                <a:latin typeface="Times New Roman" panose="02020603050405020304" pitchFamily="18" charset="0"/>
                <a:cs typeface="Times New Roman" panose="02020603050405020304" pitchFamily="18" charset="0"/>
              </a:rPr>
              <a:t>pour </a:t>
            </a:r>
            <a:r>
              <a:rPr lang="fr-FR" sz="1600" dirty="0" smtClean="0">
                <a:latin typeface="Times New Roman" panose="02020603050405020304" pitchFamily="18" charset="0"/>
                <a:cs typeface="Times New Roman" panose="02020603050405020304" pitchFamily="18" charset="0"/>
              </a:rPr>
              <a:t>Node.js </a:t>
            </a:r>
            <a:r>
              <a:rPr lang="fr-FR" sz="1600" dirty="0">
                <a:latin typeface="Times New Roman" panose="02020603050405020304" pitchFamily="18" charset="0"/>
                <a:cs typeface="Times New Roman" panose="02020603050405020304" pitchFamily="18" charset="0"/>
              </a:rPr>
              <a:t>Express prend en charge les méthodes de routage suivantes qui correspondent aux méthodes </a:t>
            </a:r>
            <a:r>
              <a:rPr lang="fr-FR" sz="1600" dirty="0" smtClean="0">
                <a:latin typeface="Times New Roman" panose="02020603050405020304" pitchFamily="18" charset="0"/>
                <a:cs typeface="Times New Roman" panose="02020603050405020304" pitchFamily="18" charset="0"/>
              </a:rPr>
              <a:t>HTTP:get,post…</a:t>
            </a:r>
            <a:endParaRPr lang="fr-FR" sz="1600" dirty="0">
              <a:latin typeface="Times New Roman" panose="02020603050405020304" pitchFamily="18" charset="0"/>
              <a:cs typeface="Times New Roman" panose="02020603050405020304" pitchFamily="18" charset="0"/>
            </a:endParaRPr>
          </a:p>
        </p:txBody>
      </p:sp>
      <p:sp>
        <p:nvSpPr>
          <p:cNvPr id="7" name="ZoneTexte 6"/>
          <p:cNvSpPr txBox="1"/>
          <p:nvPr/>
        </p:nvSpPr>
        <p:spPr>
          <a:xfrm>
            <a:off x="287524" y="2355726"/>
            <a:ext cx="8676964" cy="830997"/>
          </a:xfrm>
          <a:prstGeom prst="rect">
            <a:avLst/>
          </a:prstGeom>
          <a:noFill/>
        </p:spPr>
        <p:txBody>
          <a:bodyPr wrap="square" rtlCol="0">
            <a:spAutoFit/>
          </a:bodyPr>
          <a:lstStyle/>
          <a:p>
            <a:pPr>
              <a:lnSpc>
                <a:spcPct val="150000"/>
              </a:lnSpc>
            </a:pPr>
            <a:r>
              <a:rPr lang="fr-FR" sz="1600" dirty="0">
                <a:latin typeface="Times New Roman" panose="02020603050405020304" pitchFamily="18" charset="0"/>
                <a:cs typeface="Times New Roman" panose="02020603050405020304" pitchFamily="18" charset="0"/>
              </a:rPr>
              <a:t> </a:t>
            </a:r>
            <a:r>
              <a:rPr lang="fr-FR" sz="1600" b="1" dirty="0">
                <a:latin typeface="Times New Roman" panose="02020603050405020304" pitchFamily="18" charset="0"/>
                <a:cs typeface="Times New Roman" panose="02020603050405020304" pitchFamily="18" charset="0"/>
              </a:rPr>
              <a:t>Mongoose</a:t>
            </a:r>
            <a:r>
              <a:rPr lang="fr-FR" sz="1600" dirty="0">
                <a:latin typeface="Times New Roman" panose="02020603050405020304" pitchFamily="18" charset="0"/>
                <a:cs typeface="Times New Roman" panose="02020603050405020304" pitchFamily="18" charset="0"/>
              </a:rPr>
              <a:t> </a:t>
            </a:r>
            <a:r>
              <a:rPr lang="fr-FR" sz="1600" dirty="0" smtClean="0">
                <a:latin typeface="Times New Roman" panose="02020603050405020304" pitchFamily="18" charset="0"/>
                <a:cs typeface="Times New Roman" panose="02020603050405020304" pitchFamily="18" charset="0"/>
              </a:rPr>
              <a:t>:est </a:t>
            </a:r>
            <a:r>
              <a:rPr lang="fr-FR" sz="1600" dirty="0">
                <a:latin typeface="Times New Roman" panose="02020603050405020304" pitchFamily="18" charset="0"/>
                <a:cs typeface="Times New Roman" panose="02020603050405020304" pitchFamily="18" charset="0"/>
              </a:rPr>
              <a:t>un </a:t>
            </a:r>
            <a:r>
              <a:rPr lang="fr-FR" sz="1600" dirty="0" smtClean="0">
                <a:latin typeface="Times New Roman" panose="02020603050405020304" pitchFamily="18" charset="0"/>
                <a:cs typeface="Times New Roman" panose="02020603050405020304" pitchFamily="18" charset="0"/>
              </a:rPr>
              <a:t>Framework </a:t>
            </a:r>
            <a:r>
              <a:rPr lang="fr-FR" sz="1600" dirty="0">
                <a:latin typeface="Times New Roman" panose="02020603050405020304" pitchFamily="18" charset="0"/>
                <a:cs typeface="Times New Roman" panose="02020603050405020304" pitchFamily="18" charset="0"/>
              </a:rPr>
              <a:t>qui permet de faciliter l’accès et les différentes </a:t>
            </a:r>
            <a:r>
              <a:rPr lang="fr-FR" sz="1600" dirty="0" smtClean="0">
                <a:latin typeface="Times New Roman" panose="02020603050405020304" pitchFamily="18" charset="0"/>
                <a:cs typeface="Times New Roman" panose="02020603050405020304" pitchFamily="18" charset="0"/>
              </a:rPr>
              <a:t>opérations </a:t>
            </a:r>
            <a:r>
              <a:rPr lang="fr-FR" sz="1600" dirty="0">
                <a:latin typeface="Times New Roman" panose="02020603050405020304" pitchFamily="18" charset="0"/>
                <a:cs typeface="Times New Roman" panose="02020603050405020304" pitchFamily="18" charset="0"/>
              </a:rPr>
              <a:t>liées à la </a:t>
            </a:r>
            <a:r>
              <a:rPr lang="fr-FR" sz="1600" dirty="0" smtClean="0">
                <a:latin typeface="Times New Roman" panose="02020603050405020304" pitchFamily="18" charset="0"/>
                <a:cs typeface="Times New Roman" panose="02020603050405020304" pitchFamily="18" charset="0"/>
              </a:rPr>
              <a:t>base </a:t>
            </a:r>
            <a:r>
              <a:rPr lang="fr-FR" sz="1600" dirty="0">
                <a:latin typeface="Times New Roman" panose="02020603050405020304" pitchFamily="18" charset="0"/>
                <a:cs typeface="Times New Roman" panose="02020603050405020304" pitchFamily="18" charset="0"/>
              </a:rPr>
              <a:t>MongoDB</a:t>
            </a:r>
          </a:p>
        </p:txBody>
      </p:sp>
      <p:sp>
        <p:nvSpPr>
          <p:cNvPr id="8" name="ZoneTexte 7"/>
          <p:cNvSpPr txBox="1"/>
          <p:nvPr/>
        </p:nvSpPr>
        <p:spPr>
          <a:xfrm>
            <a:off x="287524" y="3408081"/>
            <a:ext cx="8676964" cy="832920"/>
          </a:xfrm>
          <a:prstGeom prst="rect">
            <a:avLst/>
          </a:prstGeom>
          <a:noFill/>
        </p:spPr>
        <p:txBody>
          <a:bodyPr wrap="square" rtlCol="0">
            <a:spAutoFit/>
          </a:bodyPr>
          <a:lstStyle/>
          <a:p>
            <a:pPr>
              <a:lnSpc>
                <a:spcPct val="150000"/>
              </a:lnSpc>
            </a:pPr>
            <a:r>
              <a:rPr lang="fr-FR" sz="1600" b="1" dirty="0" smtClean="0">
                <a:latin typeface="Times New Roman" panose="02020603050405020304" pitchFamily="18" charset="0"/>
                <a:cs typeface="Times New Roman" panose="02020603050405020304" pitchFamily="18" charset="0"/>
              </a:rPr>
              <a:t>Body parser </a:t>
            </a:r>
            <a:r>
              <a:rPr lang="fr-FR" sz="1600" dirty="0" smtClean="0">
                <a:latin typeface="Times New Roman" panose="02020603050405020304" pitchFamily="18" charset="0"/>
                <a:cs typeface="Times New Roman" panose="02020603050405020304" pitchFamily="18" charset="0"/>
              </a:rPr>
              <a:t>:est </a:t>
            </a:r>
            <a:r>
              <a:rPr lang="fr-FR" sz="1600" dirty="0">
                <a:latin typeface="Times New Roman" panose="02020603050405020304" pitchFamily="18" charset="0"/>
                <a:cs typeface="Times New Roman" panose="02020603050405020304" pitchFamily="18" charset="0"/>
              </a:rPr>
              <a:t>un middleware express qui lit les entrées d'un formulaire et les stocke sous la forme d'un objet </a:t>
            </a:r>
            <a:r>
              <a:rPr lang="fr-FR" sz="1600" dirty="0" smtClean="0">
                <a:latin typeface="Times New Roman" panose="02020603050405020304" pitchFamily="18" charset="0"/>
                <a:cs typeface="Times New Roman" panose="02020603050405020304" pitchFamily="18" charset="0"/>
              </a:rPr>
              <a:t>JavaScript accessible</a:t>
            </a:r>
            <a:endParaRPr lang="fr-FR" sz="1600" dirty="0">
              <a:latin typeface="Times New Roman" panose="02020603050405020304" pitchFamily="18" charset="0"/>
              <a:cs typeface="Times New Roman" panose="02020603050405020304" pitchFamily="18" charset="0"/>
            </a:endParaRPr>
          </a:p>
        </p:txBody>
      </p:sp>
      <p:sp>
        <p:nvSpPr>
          <p:cNvPr id="10" name="Espace réservé du texte 1"/>
          <p:cNvSpPr>
            <a:spLocks noGrp="1"/>
          </p:cNvSpPr>
          <p:nvPr>
            <p:ph type="body" sz="quarter" idx="10"/>
          </p:nvPr>
        </p:nvSpPr>
        <p:spPr>
          <a:xfrm>
            <a:off x="0" y="123478"/>
            <a:ext cx="9144000" cy="576064"/>
          </a:xfrm>
        </p:spPr>
        <p:txBody>
          <a:bodyPr/>
          <a:lstStyle/>
          <a:p>
            <a:r>
              <a:rPr lang="en-US" altLang="ko-KR" dirty="0"/>
              <a:t>Réalisation</a:t>
            </a:r>
            <a:endParaRPr lang="fr-FR" dirty="0"/>
          </a:p>
        </p:txBody>
      </p:sp>
      <p:sp>
        <p:nvSpPr>
          <p:cNvPr id="11" name="Espace réservé du texte 2"/>
          <p:cNvSpPr>
            <a:spLocks noGrp="1"/>
          </p:cNvSpPr>
          <p:nvPr>
            <p:ph type="body" sz="quarter" idx="11"/>
          </p:nvPr>
        </p:nvSpPr>
        <p:spPr>
          <a:xfrm>
            <a:off x="0" y="699542"/>
            <a:ext cx="9144000" cy="288032"/>
          </a:xfrm>
        </p:spPr>
        <p:txBody>
          <a:bodyPr/>
          <a:lstStyle/>
          <a:p>
            <a:r>
              <a:rPr lang="fr-FR" sz="1800" dirty="0">
                <a:latin typeface="Times New Roman" panose="02020603050405020304" pitchFamily="18" charset="0"/>
                <a:cs typeface="Times New Roman" panose="02020603050405020304" pitchFamily="18" charset="0"/>
              </a:rPr>
              <a:t> </a:t>
            </a:r>
          </a:p>
          <a:p>
            <a:endParaRPr lang="fr-FR" sz="1800" dirty="0">
              <a:latin typeface="Times New Roman" panose="02020603050405020304" pitchFamily="18" charset="0"/>
              <a:cs typeface="Times New Roman" panose="02020603050405020304" pitchFamily="18" charset="0"/>
            </a:endParaRPr>
          </a:p>
          <a:p>
            <a:endParaRPr lang="fr-FR" sz="1800" dirty="0" smtClean="0">
              <a:latin typeface="Times New Roman" panose="02020603050405020304" pitchFamily="18" charset="0"/>
              <a:cs typeface="Times New Roman" panose="02020603050405020304" pitchFamily="18" charset="0"/>
            </a:endParaRPr>
          </a:p>
          <a:p>
            <a:r>
              <a:rPr lang="fr-FR" sz="1800" dirty="0" smtClean="0">
                <a:latin typeface="Times New Roman" panose="02020603050405020304" pitchFamily="18" charset="0"/>
                <a:cs typeface="Times New Roman" panose="02020603050405020304" pitchFamily="18" charset="0"/>
              </a:rPr>
              <a:t>Environnement </a:t>
            </a:r>
            <a:r>
              <a:rPr lang="fr-FR" sz="1800" dirty="0">
                <a:latin typeface="Times New Roman" panose="02020603050405020304" pitchFamily="18" charset="0"/>
                <a:cs typeface="Times New Roman" panose="02020603050405020304" pitchFamily="18" charset="0"/>
              </a:rPr>
              <a:t>logiciels</a:t>
            </a: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p:txBody>
      </p:sp>
      <p:sp>
        <p:nvSpPr>
          <p:cNvPr id="9" name="ZoneTexte 8"/>
          <p:cNvSpPr txBox="1"/>
          <p:nvPr/>
        </p:nvSpPr>
        <p:spPr>
          <a:xfrm>
            <a:off x="8316416" y="4486053"/>
            <a:ext cx="441146" cy="369332"/>
          </a:xfrm>
          <a:prstGeom prst="rect">
            <a:avLst/>
          </a:prstGeom>
          <a:noFill/>
        </p:spPr>
        <p:txBody>
          <a:bodyPr wrap="none" rtlCol="0">
            <a:spAutoFit/>
          </a:bodyPr>
          <a:lstStyle/>
          <a:p>
            <a:r>
              <a:rPr lang="fr-FR" dirty="0" smtClean="0"/>
              <a:t>17</a:t>
            </a:r>
            <a:endParaRPr lang="fr-FR" dirty="0"/>
          </a:p>
        </p:txBody>
      </p:sp>
    </p:spTree>
    <p:extLst>
      <p:ext uri="{BB962C8B-B14F-4D97-AF65-F5344CB8AC3E}">
        <p14:creationId xmlns:p14="http://schemas.microsoft.com/office/powerpoint/2010/main" val="270350062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altLang="ko-KR" dirty="0"/>
              <a:t>Réalisation</a:t>
            </a:r>
            <a:endParaRPr lang="fr-FR" dirty="0"/>
          </a:p>
        </p:txBody>
      </p:sp>
      <p:sp>
        <p:nvSpPr>
          <p:cNvPr id="3" name="Espace réservé du texte 2"/>
          <p:cNvSpPr>
            <a:spLocks noGrp="1"/>
          </p:cNvSpPr>
          <p:nvPr>
            <p:ph type="body" sz="quarter" idx="11"/>
          </p:nvPr>
        </p:nvSpPr>
        <p:spPr/>
        <p:txBody>
          <a:bodyPr/>
          <a:lstStyle/>
          <a:p>
            <a:r>
              <a:rPr lang="fr-FR" dirty="0"/>
              <a:t> </a:t>
            </a:r>
            <a:endParaRPr lang="fr-FR" dirty="0" smtClean="0"/>
          </a:p>
          <a:p>
            <a:r>
              <a:rPr lang="fr-FR" dirty="0" smtClean="0"/>
              <a:t>Environnement </a:t>
            </a:r>
            <a:r>
              <a:rPr lang="fr-FR" dirty="0"/>
              <a:t>logiciels</a:t>
            </a:r>
          </a:p>
          <a:p>
            <a:endParaRPr lang="fr-FR" dirty="0"/>
          </a:p>
        </p:txBody>
      </p:sp>
      <p:sp>
        <p:nvSpPr>
          <p:cNvPr id="4" name="ZoneTexte 3"/>
          <p:cNvSpPr txBox="1"/>
          <p:nvPr/>
        </p:nvSpPr>
        <p:spPr>
          <a:xfrm>
            <a:off x="611559" y="1681101"/>
            <a:ext cx="7344816" cy="923330"/>
          </a:xfrm>
          <a:prstGeom prst="rect">
            <a:avLst/>
          </a:prstGeom>
          <a:noFill/>
        </p:spPr>
        <p:txBody>
          <a:bodyPr wrap="square" rtlCol="0">
            <a:spAutoFit/>
          </a:bodyPr>
          <a:lstStyle/>
          <a:p>
            <a:pPr algn="just"/>
            <a:r>
              <a:rPr lang="fr-FR" dirty="0" smtClean="0">
                <a:latin typeface="Times New Roman" panose="02020603050405020304" pitchFamily="18" charset="0"/>
                <a:cs typeface="Times New Roman" panose="02020603050405020304" pitchFamily="18" charset="0"/>
              </a:rPr>
              <a:t>C’est </a:t>
            </a:r>
            <a:r>
              <a:rPr lang="fr-FR" dirty="0">
                <a:latin typeface="Times New Roman" panose="02020603050405020304" pitchFamily="18" charset="0"/>
                <a:cs typeface="Times New Roman" panose="02020603050405020304" pitchFamily="18" charset="0"/>
              </a:rPr>
              <a:t>un outil open source, destiné aux développeurs et administrateurs </a:t>
            </a:r>
            <a:r>
              <a:rPr lang="fr-FR" dirty="0" smtClean="0">
                <a:latin typeface="Times New Roman" panose="02020603050405020304" pitchFamily="18" charset="0"/>
                <a:cs typeface="Times New Roman" panose="02020603050405020304" pitchFamily="18" charset="0"/>
              </a:rPr>
              <a:t>systèmes, dont l’objectif </a:t>
            </a:r>
            <a:r>
              <a:rPr lang="fr-FR" dirty="0">
                <a:latin typeface="Times New Roman" panose="02020603050405020304" pitchFamily="18" charset="0"/>
                <a:cs typeface="Times New Roman" panose="02020603050405020304" pitchFamily="18" charset="0"/>
              </a:rPr>
              <a:t>est de faciliter le développement, la diffusion et </a:t>
            </a:r>
            <a:r>
              <a:rPr lang="fr-FR" dirty="0" smtClean="0">
                <a:latin typeface="Times New Roman" panose="02020603050405020304" pitchFamily="18" charset="0"/>
                <a:cs typeface="Times New Roman" panose="02020603050405020304" pitchFamily="18" charset="0"/>
              </a:rPr>
              <a:t>le</a:t>
            </a:r>
          </a:p>
          <a:p>
            <a:pPr algn="just"/>
            <a:r>
              <a:rPr lang="fr-FR" dirty="0" smtClean="0">
                <a:latin typeface="Times New Roman" panose="02020603050405020304" pitchFamily="18" charset="0"/>
                <a:cs typeface="Times New Roman" panose="02020603050405020304" pitchFamily="18" charset="0"/>
              </a:rPr>
              <a:t>déploiement d’applications </a:t>
            </a:r>
            <a:r>
              <a:rPr lang="fr-FR" dirty="0">
                <a:latin typeface="Times New Roman" panose="02020603050405020304" pitchFamily="18" charset="0"/>
                <a:cs typeface="Times New Roman" panose="02020603050405020304" pitchFamily="18" charset="0"/>
              </a:rPr>
              <a:t>web </a:t>
            </a:r>
            <a:r>
              <a:rPr lang="fr-FR" dirty="0" smtClean="0">
                <a:latin typeface="Times New Roman" panose="02020603050405020304" pitchFamily="18" charset="0"/>
                <a:cs typeface="Times New Roman" panose="02020603050405020304" pitchFamily="18" charset="0"/>
              </a:rPr>
              <a:t>autonomes </a:t>
            </a:r>
            <a:r>
              <a:rPr lang="fr-FR" dirty="0">
                <a:latin typeface="Times New Roman" panose="02020603050405020304" pitchFamily="18" charset="0"/>
                <a:cs typeface="Times New Roman" panose="02020603050405020304" pitchFamily="18" charset="0"/>
              </a:rPr>
              <a:t>dans des </a:t>
            </a:r>
            <a:r>
              <a:rPr lang="fr-FR" dirty="0" smtClean="0">
                <a:latin typeface="Times New Roman" panose="02020603050405020304" pitchFamily="18" charset="0"/>
                <a:cs typeface="Times New Roman" panose="02020603050405020304" pitchFamily="18" charset="0"/>
              </a:rPr>
              <a:t>conteneurs.</a:t>
            </a:r>
            <a:endParaRPr lang="fr-FR" dirty="0">
              <a:latin typeface="Times New Roman" panose="02020603050405020304" pitchFamily="18" charset="0"/>
              <a:cs typeface="Times New Roman" panose="02020603050405020304" pitchFamily="18" charset="0"/>
            </a:endParaRPr>
          </a:p>
        </p:txBody>
      </p:sp>
      <p:sp>
        <p:nvSpPr>
          <p:cNvPr id="5" name="ZoneTexte 4"/>
          <p:cNvSpPr txBox="1"/>
          <p:nvPr/>
        </p:nvSpPr>
        <p:spPr>
          <a:xfrm>
            <a:off x="2843808" y="2948472"/>
            <a:ext cx="3153427" cy="430887"/>
          </a:xfrm>
          <a:prstGeom prst="rect">
            <a:avLst/>
          </a:prstGeom>
          <a:noFill/>
        </p:spPr>
        <p:txBody>
          <a:bodyPr wrap="none" rtlCol="0">
            <a:spAutoFit/>
          </a:bodyPr>
          <a:lstStyle/>
          <a:p>
            <a:r>
              <a:rPr lang="fr-FR" sz="2200" dirty="0" smtClean="0">
                <a:solidFill>
                  <a:schemeClr val="tx2">
                    <a:lumMod val="50000"/>
                  </a:schemeClr>
                </a:solidFill>
                <a:latin typeface="Times New Roman" panose="02020603050405020304" pitchFamily="18" charset="0"/>
                <a:cs typeface="Times New Roman" panose="02020603050405020304" pitchFamily="18" charset="0"/>
              </a:rPr>
              <a:t>C ’est quoi un conteneur ?</a:t>
            </a:r>
            <a:endParaRPr lang="fr-FR" sz="22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6" name="ZoneTexte 5"/>
          <p:cNvSpPr txBox="1"/>
          <p:nvPr/>
        </p:nvSpPr>
        <p:spPr>
          <a:xfrm>
            <a:off x="604097" y="3723400"/>
            <a:ext cx="7632848" cy="923330"/>
          </a:xfrm>
          <a:prstGeom prst="rect">
            <a:avLst/>
          </a:prstGeom>
          <a:noFill/>
        </p:spPr>
        <p:txBody>
          <a:bodyPr wrap="square" rtlCol="0">
            <a:spAutoFit/>
          </a:bodyPr>
          <a:lstStyle/>
          <a:p>
            <a:r>
              <a:rPr lang="fr-FR" dirty="0">
                <a:latin typeface="Times New Roman" panose="02020603050405020304" pitchFamily="18" charset="0"/>
                <a:cs typeface="Times New Roman" panose="02020603050405020304" pitchFamily="18" charset="0"/>
              </a:rPr>
              <a:t>Un conteneur est une unité standard de logiciel qui regroupe le code et toutes ses </a:t>
            </a:r>
            <a:r>
              <a:rPr lang="fr-FR" dirty="0" smtClean="0">
                <a:latin typeface="Times New Roman" panose="02020603050405020304" pitchFamily="18" charset="0"/>
                <a:cs typeface="Times New Roman" panose="02020603050405020304" pitchFamily="18" charset="0"/>
              </a:rPr>
              <a:t>dépendances </a:t>
            </a:r>
            <a:r>
              <a:rPr lang="fr-FR" dirty="0">
                <a:latin typeface="Times New Roman" panose="02020603050405020304" pitchFamily="18" charset="0"/>
                <a:cs typeface="Times New Roman" panose="02020603050405020304" pitchFamily="18" charset="0"/>
              </a:rPr>
              <a:t>afin que l'application s'exécute rapidement et de manière fiable d'un environnement informatique à un </a:t>
            </a:r>
            <a:r>
              <a:rPr lang="fr-FR" dirty="0" smtClean="0">
                <a:latin typeface="Times New Roman" panose="02020603050405020304" pitchFamily="18" charset="0"/>
                <a:cs typeface="Times New Roman" panose="02020603050405020304" pitchFamily="18" charset="0"/>
              </a:rPr>
              <a:t>autre.</a:t>
            </a:r>
            <a:endParaRPr lang="fr-FR" dirty="0">
              <a:latin typeface="Times New Roman" panose="02020603050405020304" pitchFamily="18" charset="0"/>
              <a:cs typeface="Times New Roman" panose="02020603050405020304" pitchFamily="18" charset="0"/>
            </a:endParaRPr>
          </a:p>
        </p:txBody>
      </p:sp>
      <p:sp>
        <p:nvSpPr>
          <p:cNvPr id="7" name="ZoneTexte 6"/>
          <p:cNvSpPr txBox="1"/>
          <p:nvPr/>
        </p:nvSpPr>
        <p:spPr>
          <a:xfrm>
            <a:off x="395536" y="1194306"/>
            <a:ext cx="2376264" cy="400110"/>
          </a:xfrm>
          <a:prstGeom prst="rect">
            <a:avLst/>
          </a:prstGeom>
          <a:noFill/>
        </p:spPr>
        <p:txBody>
          <a:bodyPr wrap="square" rtlCol="0">
            <a:spAutoFit/>
          </a:bodyPr>
          <a:lstStyle/>
          <a:p>
            <a:r>
              <a:rPr lang="fr-FR" sz="2000" b="1" dirty="0" smtClean="0">
                <a:latin typeface="Times New Roman" panose="02020603050405020304" pitchFamily="18" charset="0"/>
                <a:cs typeface="Times New Roman" panose="02020603050405020304" pitchFamily="18" charset="0"/>
              </a:rPr>
              <a:t>Docker:</a:t>
            </a:r>
            <a:endParaRPr lang="fr-FR" sz="2000" b="1" dirty="0">
              <a:latin typeface="Times New Roman" panose="02020603050405020304" pitchFamily="18" charset="0"/>
              <a:cs typeface="Times New Roman" panose="02020603050405020304" pitchFamily="18" charset="0"/>
            </a:endParaRPr>
          </a:p>
        </p:txBody>
      </p:sp>
      <p:sp>
        <p:nvSpPr>
          <p:cNvPr id="8" name="ZoneTexte 7"/>
          <p:cNvSpPr txBox="1"/>
          <p:nvPr/>
        </p:nvSpPr>
        <p:spPr>
          <a:xfrm>
            <a:off x="8316416" y="4486053"/>
            <a:ext cx="441146" cy="369332"/>
          </a:xfrm>
          <a:prstGeom prst="rect">
            <a:avLst/>
          </a:prstGeom>
          <a:noFill/>
        </p:spPr>
        <p:txBody>
          <a:bodyPr wrap="none" rtlCol="0">
            <a:spAutoFit/>
          </a:bodyPr>
          <a:lstStyle/>
          <a:p>
            <a:r>
              <a:rPr lang="fr-FR" dirty="0" smtClean="0"/>
              <a:t>18</a:t>
            </a:r>
            <a:endParaRPr lang="fr-FR" dirty="0"/>
          </a:p>
        </p:txBody>
      </p:sp>
    </p:spTree>
    <p:extLst>
      <p:ext uri="{BB962C8B-B14F-4D97-AF65-F5344CB8AC3E}">
        <p14:creationId xmlns:p14="http://schemas.microsoft.com/office/powerpoint/2010/main" val="35634752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altLang="ko-KR" dirty="0"/>
              <a:t>Réalisation</a:t>
            </a:r>
            <a:endParaRPr lang="fr-FR" dirty="0"/>
          </a:p>
        </p:txBody>
      </p:sp>
      <p:sp>
        <p:nvSpPr>
          <p:cNvPr id="3" name="Espace réservé du texte 2"/>
          <p:cNvSpPr>
            <a:spLocks noGrp="1"/>
          </p:cNvSpPr>
          <p:nvPr>
            <p:ph type="body" sz="quarter" idx="11"/>
          </p:nvPr>
        </p:nvSpPr>
        <p:spPr/>
        <p:txBody>
          <a:bodyPr/>
          <a:lstStyle/>
          <a:p>
            <a:r>
              <a:rPr lang="fr-FR" dirty="0"/>
              <a:t> </a:t>
            </a:r>
          </a:p>
          <a:p>
            <a:endParaRPr lang="fr-FR" dirty="0" smtClean="0"/>
          </a:p>
          <a:p>
            <a:r>
              <a:rPr lang="fr-FR" dirty="0" smtClean="0"/>
              <a:t>Environnement </a:t>
            </a:r>
            <a:r>
              <a:rPr lang="fr-FR" dirty="0"/>
              <a:t>logiciels</a:t>
            </a:r>
          </a:p>
          <a:p>
            <a:endParaRPr lang="fr-FR" dirty="0"/>
          </a:p>
          <a:p>
            <a:endParaRPr lang="fr-FR" dirty="0"/>
          </a:p>
        </p:txBody>
      </p:sp>
      <p:sp>
        <p:nvSpPr>
          <p:cNvPr id="4" name="ZoneTexte 3"/>
          <p:cNvSpPr txBox="1"/>
          <p:nvPr/>
        </p:nvSpPr>
        <p:spPr>
          <a:xfrm>
            <a:off x="326171" y="1205888"/>
            <a:ext cx="2324354" cy="646331"/>
          </a:xfrm>
          <a:prstGeom prst="rect">
            <a:avLst/>
          </a:prstGeom>
          <a:noFill/>
        </p:spPr>
        <p:txBody>
          <a:bodyPr wrap="none" rtlCol="0">
            <a:spAutoFit/>
          </a:bodyPr>
          <a:lstStyle/>
          <a:p>
            <a:r>
              <a:rPr lang="fr-FR" b="1" dirty="0" smtClean="0">
                <a:solidFill>
                  <a:srgbClr val="C00000"/>
                </a:solidFill>
                <a:latin typeface="Times New Roman" panose="02020603050405020304" pitchFamily="18" charset="0"/>
                <a:cs typeface="Times New Roman" panose="02020603050405020304" pitchFamily="18" charset="0"/>
              </a:rPr>
              <a:t>NB</a:t>
            </a:r>
            <a:r>
              <a:rPr lang="fr-FR" dirty="0" smtClean="0">
                <a:latin typeface="Times New Roman" panose="02020603050405020304" pitchFamily="18" charset="0"/>
                <a:cs typeface="Times New Roman" panose="02020603050405020304" pitchFamily="18" charset="0"/>
              </a:rPr>
              <a:t>: Conteneur </a:t>
            </a:r>
            <a:r>
              <a:rPr lang="fr-FR" dirty="0">
                <a:latin typeface="Times New Roman" panose="02020603050405020304" pitchFamily="18" charset="0"/>
                <a:cs typeface="Times New Roman" panose="02020603050405020304" pitchFamily="18" charset="0"/>
              </a:rPr>
              <a:t>Vs VM</a:t>
            </a:r>
          </a:p>
          <a:p>
            <a:endParaRPr lang="fr-FR" dirty="0">
              <a:latin typeface="Times New Roman" panose="02020603050405020304" pitchFamily="18" charset="0"/>
              <a:cs typeface="Times New Roman" panose="02020603050405020304" pitchFamily="18" charset="0"/>
            </a:endParaRP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0568" y="1635646"/>
            <a:ext cx="7991872" cy="3290520"/>
          </a:xfrm>
          <a:prstGeom prst="rect">
            <a:avLst/>
          </a:prstGeom>
        </p:spPr>
      </p:pic>
      <p:sp>
        <p:nvSpPr>
          <p:cNvPr id="6" name="ZoneTexte 5"/>
          <p:cNvSpPr txBox="1"/>
          <p:nvPr/>
        </p:nvSpPr>
        <p:spPr>
          <a:xfrm>
            <a:off x="8516781" y="4556834"/>
            <a:ext cx="441146" cy="369332"/>
          </a:xfrm>
          <a:prstGeom prst="rect">
            <a:avLst/>
          </a:prstGeom>
          <a:noFill/>
        </p:spPr>
        <p:txBody>
          <a:bodyPr wrap="none" rtlCol="0">
            <a:spAutoFit/>
          </a:bodyPr>
          <a:lstStyle/>
          <a:p>
            <a:r>
              <a:rPr lang="fr-FR" dirty="0" smtClean="0"/>
              <a:t>19</a:t>
            </a:r>
            <a:endParaRPr lang="fr-FR" dirty="0"/>
          </a:p>
        </p:txBody>
      </p:sp>
    </p:spTree>
    <p:extLst>
      <p:ext uri="{BB962C8B-B14F-4D97-AF65-F5344CB8AC3E}">
        <p14:creationId xmlns:p14="http://schemas.microsoft.com/office/powerpoint/2010/main" val="1059614650"/>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altLang="ko-KR" dirty="0"/>
              <a:t>Réalisation</a:t>
            </a:r>
            <a:endParaRPr lang="fr-FR" dirty="0"/>
          </a:p>
        </p:txBody>
      </p:sp>
      <p:sp>
        <p:nvSpPr>
          <p:cNvPr id="3" name="Espace réservé du texte 2"/>
          <p:cNvSpPr>
            <a:spLocks noGrp="1"/>
          </p:cNvSpPr>
          <p:nvPr>
            <p:ph type="body" sz="quarter" idx="11"/>
          </p:nvPr>
        </p:nvSpPr>
        <p:spPr/>
        <p:txBody>
          <a:bodyPr/>
          <a:lstStyle/>
          <a:p>
            <a:r>
              <a:rPr lang="fr-FR" sz="1800" dirty="0">
                <a:latin typeface="Times New Roman" panose="02020603050405020304" pitchFamily="18" charset="0"/>
                <a:cs typeface="Times New Roman" panose="02020603050405020304" pitchFamily="18" charset="0"/>
              </a:rPr>
              <a:t> </a:t>
            </a:r>
          </a:p>
          <a:p>
            <a:endParaRPr lang="fr-FR" sz="1800" dirty="0">
              <a:latin typeface="Times New Roman" panose="02020603050405020304" pitchFamily="18" charset="0"/>
              <a:cs typeface="Times New Roman" panose="02020603050405020304" pitchFamily="18" charset="0"/>
            </a:endParaRPr>
          </a:p>
          <a:p>
            <a:endParaRPr lang="fr-FR" sz="1800" dirty="0" smtClean="0">
              <a:latin typeface="Times New Roman" panose="02020603050405020304" pitchFamily="18" charset="0"/>
              <a:cs typeface="Times New Roman" panose="02020603050405020304" pitchFamily="18" charset="0"/>
            </a:endParaRPr>
          </a:p>
          <a:p>
            <a:r>
              <a:rPr lang="fr-FR" sz="1800" dirty="0" smtClean="0">
                <a:latin typeface="Times New Roman" panose="02020603050405020304" pitchFamily="18" charset="0"/>
                <a:cs typeface="Times New Roman" panose="02020603050405020304" pitchFamily="18" charset="0"/>
              </a:rPr>
              <a:t>Environnement </a:t>
            </a:r>
            <a:r>
              <a:rPr lang="fr-FR" sz="1800" dirty="0">
                <a:latin typeface="Times New Roman" panose="02020603050405020304" pitchFamily="18" charset="0"/>
                <a:cs typeface="Times New Roman" panose="02020603050405020304" pitchFamily="18" charset="0"/>
              </a:rPr>
              <a:t>logiciels</a:t>
            </a: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p:txBody>
      </p:sp>
      <p:sp>
        <p:nvSpPr>
          <p:cNvPr id="4" name="ZoneTexte 3"/>
          <p:cNvSpPr txBox="1"/>
          <p:nvPr/>
        </p:nvSpPr>
        <p:spPr>
          <a:xfrm>
            <a:off x="107504" y="1275606"/>
            <a:ext cx="3435556" cy="646331"/>
          </a:xfrm>
          <a:prstGeom prst="rect">
            <a:avLst/>
          </a:prstGeom>
          <a:noFill/>
        </p:spPr>
        <p:txBody>
          <a:bodyPr wrap="none" rtlCol="0">
            <a:spAutoFit/>
          </a:bodyPr>
          <a:lstStyle/>
          <a:p>
            <a:r>
              <a:rPr lang="fr-FR" b="1" dirty="0">
                <a:latin typeface="Times New Roman" panose="02020603050405020304" pitchFamily="18" charset="0"/>
                <a:cs typeface="Times New Roman" panose="02020603050405020304" pitchFamily="18" charset="0"/>
              </a:rPr>
              <a:t>Composants essentiels de Docker</a:t>
            </a:r>
          </a:p>
          <a:p>
            <a:endParaRPr lang="fr-FR" dirty="0"/>
          </a:p>
        </p:txBody>
      </p:sp>
      <p:sp>
        <p:nvSpPr>
          <p:cNvPr id="5" name="ZoneTexte 4"/>
          <p:cNvSpPr txBox="1"/>
          <p:nvPr/>
        </p:nvSpPr>
        <p:spPr>
          <a:xfrm>
            <a:off x="322669" y="1640524"/>
            <a:ext cx="4680520" cy="615553"/>
          </a:xfrm>
          <a:prstGeom prst="rect">
            <a:avLst/>
          </a:prstGeom>
          <a:noFill/>
        </p:spPr>
        <p:txBody>
          <a:bodyPr wrap="square" rtlCol="0">
            <a:spAutoFit/>
          </a:bodyPr>
          <a:lstStyle/>
          <a:p>
            <a:pPr marL="285750" indent="-285750">
              <a:buFont typeface="Wingdings" panose="05000000000000000000" pitchFamily="2" charset="2"/>
              <a:buChar char="§"/>
            </a:pPr>
            <a:r>
              <a:rPr lang="fr-FR" sz="1700" b="1" dirty="0">
                <a:latin typeface="Times New Roman" panose="02020603050405020304" pitchFamily="18" charset="0"/>
                <a:cs typeface="Times New Roman" panose="02020603050405020304" pitchFamily="18" charset="0"/>
              </a:rPr>
              <a:t>Les </a:t>
            </a:r>
            <a:r>
              <a:rPr lang="fr-FR" sz="1700" b="1" dirty="0" smtClean="0">
                <a:latin typeface="Times New Roman" panose="02020603050405020304" pitchFamily="18" charset="0"/>
                <a:cs typeface="Times New Roman" panose="02020603050405020304" pitchFamily="18" charset="0"/>
              </a:rPr>
              <a:t>ports:</a:t>
            </a:r>
            <a:endParaRPr lang="fr-FR" sz="1700" b="1" dirty="0">
              <a:latin typeface="Times New Roman" panose="02020603050405020304" pitchFamily="18" charset="0"/>
              <a:cs typeface="Times New Roman" panose="02020603050405020304" pitchFamily="18" charset="0"/>
            </a:endParaRPr>
          </a:p>
          <a:p>
            <a:endParaRPr lang="fr-FR" sz="1700" dirty="0">
              <a:latin typeface="Times New Roman" panose="02020603050405020304" pitchFamily="18" charset="0"/>
              <a:cs typeface="Times New Roman" panose="02020603050405020304" pitchFamily="18" charset="0"/>
            </a:endParaRPr>
          </a:p>
        </p:txBody>
      </p:sp>
      <p:sp>
        <p:nvSpPr>
          <p:cNvPr id="8" name="ZoneTexte 7"/>
          <p:cNvSpPr txBox="1"/>
          <p:nvPr/>
        </p:nvSpPr>
        <p:spPr>
          <a:xfrm>
            <a:off x="89756" y="1988607"/>
            <a:ext cx="8964487" cy="2308324"/>
          </a:xfrm>
          <a:prstGeom prst="rect">
            <a:avLst/>
          </a:prstGeom>
          <a:noFill/>
        </p:spPr>
        <p:txBody>
          <a:bodyPr wrap="square" rtlCol="0">
            <a:spAutoFit/>
          </a:bodyPr>
          <a:lstStyle/>
          <a:p>
            <a:r>
              <a:rPr lang="fr-FR" sz="1600" b="1" dirty="0">
                <a:latin typeface="Times New Roman" panose="02020603050405020304" pitchFamily="18" charset="0"/>
                <a:cs typeface="Times New Roman" panose="02020603050405020304" pitchFamily="18" charset="0"/>
              </a:rPr>
              <a:t>Entre l’host et les </a:t>
            </a:r>
            <a:r>
              <a:rPr lang="fr-FR" sz="1600" b="1" dirty="0" smtClean="0">
                <a:latin typeface="Times New Roman" panose="02020603050405020304" pitchFamily="18" charset="0"/>
                <a:cs typeface="Times New Roman" panose="02020603050405020304" pitchFamily="18" charset="0"/>
              </a:rPr>
              <a:t>containers: </a:t>
            </a:r>
          </a:p>
          <a:p>
            <a:pPr>
              <a:lnSpc>
                <a:spcPct val="150000"/>
              </a:lnSpc>
            </a:pPr>
            <a:r>
              <a:rPr lang="fr-FR" sz="1600" dirty="0" smtClean="0">
                <a:latin typeface="Times New Roman" panose="02020603050405020304" pitchFamily="18" charset="0"/>
                <a:cs typeface="Times New Roman" panose="02020603050405020304" pitchFamily="18" charset="0"/>
              </a:rPr>
              <a:t>De </a:t>
            </a:r>
            <a:r>
              <a:rPr lang="fr-FR" sz="1600" dirty="0">
                <a:latin typeface="Times New Roman" panose="02020603050405020304" pitchFamily="18" charset="0"/>
                <a:cs typeface="Times New Roman" panose="02020603050405020304" pitchFamily="18" charset="0"/>
              </a:rPr>
              <a:t>la même façon que le reste, les ports réseaux à l’intérieur d’un container sont isolés du reste du système. C’est une notion importante car, on va devoir faire de la redirection de port. Lorsqu’un service expose un </a:t>
            </a:r>
            <a:endParaRPr lang="fr-FR" sz="1600" dirty="0" smtClean="0">
              <a:latin typeface="Times New Roman" panose="02020603050405020304" pitchFamily="18" charset="0"/>
              <a:cs typeface="Times New Roman" panose="02020603050405020304" pitchFamily="18" charset="0"/>
            </a:endParaRPr>
          </a:p>
          <a:p>
            <a:pPr>
              <a:lnSpc>
                <a:spcPct val="150000"/>
              </a:lnSpc>
            </a:pPr>
            <a:r>
              <a:rPr lang="fr-FR" sz="1600" dirty="0" smtClean="0">
                <a:latin typeface="Times New Roman" panose="02020603050405020304" pitchFamily="18" charset="0"/>
                <a:cs typeface="Times New Roman" panose="02020603050405020304" pitchFamily="18" charset="0"/>
              </a:rPr>
              <a:t>port </a:t>
            </a:r>
            <a:r>
              <a:rPr lang="fr-FR" sz="1600" dirty="0">
                <a:latin typeface="Times New Roman" panose="02020603050405020304" pitchFamily="18" charset="0"/>
                <a:cs typeface="Times New Roman" panose="02020603050405020304" pitchFamily="18" charset="0"/>
              </a:rPr>
              <a:t>à l’intérieur du container, il n’est, par conséquent, pas accessible depuis l’extérieur par défaut.</a:t>
            </a:r>
          </a:p>
          <a:p>
            <a:pPr>
              <a:lnSpc>
                <a:spcPct val="150000"/>
              </a:lnSpc>
            </a:pPr>
            <a:r>
              <a:rPr lang="fr-FR" sz="1600" dirty="0">
                <a:latin typeface="Times New Roman" panose="02020603050405020304" pitchFamily="18" charset="0"/>
                <a:cs typeface="Times New Roman" panose="02020603050405020304" pitchFamily="18" charset="0"/>
              </a:rPr>
              <a:t>Nous avons </a:t>
            </a:r>
            <a:r>
              <a:rPr lang="fr-FR" sz="1600" dirty="0" smtClean="0">
                <a:latin typeface="Times New Roman" panose="02020603050405020304" pitchFamily="18" charset="0"/>
                <a:cs typeface="Times New Roman" panose="02020603050405020304" pitchFamily="18" charset="0"/>
              </a:rPr>
              <a:t>besoin alors </a:t>
            </a:r>
            <a:r>
              <a:rPr lang="fr-FR" sz="1600" dirty="0">
                <a:latin typeface="Times New Roman" panose="02020603050405020304" pitchFamily="18" charset="0"/>
                <a:cs typeface="Times New Roman" panose="02020603050405020304" pitchFamily="18" charset="0"/>
              </a:rPr>
              <a:t>d’exposer un port du host sur un port interne à un container</a:t>
            </a:r>
          </a:p>
          <a:p>
            <a:endParaRPr lang="fr-FR" sz="1600" b="1" dirty="0">
              <a:latin typeface="Times New Roman" panose="02020603050405020304" pitchFamily="18" charset="0"/>
              <a:cs typeface="Times New Roman" panose="02020603050405020304" pitchFamily="18" charset="0"/>
            </a:endParaRPr>
          </a:p>
          <a:p>
            <a:r>
              <a:rPr lang="fr-FR" sz="1600" dirty="0" smtClean="0">
                <a:latin typeface="Times New Roman" panose="02020603050405020304" pitchFamily="18" charset="0"/>
                <a:cs typeface="Times New Roman" panose="02020603050405020304" pitchFamily="18" charset="0"/>
              </a:rPr>
              <a:t> </a:t>
            </a:r>
            <a:endParaRPr lang="fr-FR" sz="1600" dirty="0">
              <a:latin typeface="Times New Roman" panose="02020603050405020304" pitchFamily="18" charset="0"/>
              <a:cs typeface="Times New Roman" panose="02020603050405020304" pitchFamily="18" charset="0"/>
            </a:endParaRPr>
          </a:p>
        </p:txBody>
      </p:sp>
      <p:sp>
        <p:nvSpPr>
          <p:cNvPr id="9" name="ZoneTexte 8"/>
          <p:cNvSpPr txBox="1"/>
          <p:nvPr/>
        </p:nvSpPr>
        <p:spPr>
          <a:xfrm>
            <a:off x="111811" y="3735618"/>
            <a:ext cx="8942432" cy="1384995"/>
          </a:xfrm>
          <a:prstGeom prst="rect">
            <a:avLst/>
          </a:prstGeom>
          <a:noFill/>
        </p:spPr>
        <p:txBody>
          <a:bodyPr wrap="square" rtlCol="0">
            <a:spAutoFit/>
          </a:bodyPr>
          <a:lstStyle/>
          <a:p>
            <a:pPr>
              <a:lnSpc>
                <a:spcPct val="150000"/>
              </a:lnSpc>
            </a:pPr>
            <a:r>
              <a:rPr lang="fr-FR" sz="1600" b="1" dirty="0">
                <a:latin typeface="Times New Roman" panose="02020603050405020304" pitchFamily="18" charset="0"/>
                <a:cs typeface="Times New Roman" panose="02020603050405020304" pitchFamily="18" charset="0"/>
              </a:rPr>
              <a:t>Entre containers: </a:t>
            </a:r>
            <a:r>
              <a:rPr lang="fr-FR" sz="1600" dirty="0">
                <a:latin typeface="Times New Roman" panose="02020603050405020304" pitchFamily="18" charset="0"/>
                <a:cs typeface="Times New Roman" panose="02020603050405020304" pitchFamily="18" charset="0"/>
              </a:rPr>
              <a:t>Il existe également un autre aspect important avec les ports, c’est la notion </a:t>
            </a:r>
            <a:r>
              <a:rPr lang="fr-FR" sz="1600" dirty="0" smtClean="0">
                <a:latin typeface="Times New Roman" panose="02020603050405020304" pitchFamily="18" charset="0"/>
                <a:cs typeface="Times New Roman" panose="02020603050405020304" pitchFamily="18" charset="0"/>
              </a:rPr>
              <a:t>d’expose </a:t>
            </a:r>
            <a:r>
              <a:rPr lang="fr-FR" sz="1600" dirty="0">
                <a:latin typeface="Times New Roman" panose="02020603050405020304" pitchFamily="18" charset="0"/>
                <a:cs typeface="Times New Roman" panose="02020603050405020304" pitchFamily="18" charset="0"/>
              </a:rPr>
              <a:t>qui va permettre d’ouvrir un port uniquement pour les autres containers</a:t>
            </a:r>
          </a:p>
          <a:p>
            <a:endParaRPr lang="fr-FR" b="1" dirty="0"/>
          </a:p>
          <a:p>
            <a:endParaRPr lang="fr-FR" dirty="0"/>
          </a:p>
        </p:txBody>
      </p:sp>
      <p:sp>
        <p:nvSpPr>
          <p:cNvPr id="10" name="ZoneTexte 9"/>
          <p:cNvSpPr txBox="1"/>
          <p:nvPr/>
        </p:nvSpPr>
        <p:spPr>
          <a:xfrm>
            <a:off x="8460432" y="4619714"/>
            <a:ext cx="441146" cy="369332"/>
          </a:xfrm>
          <a:prstGeom prst="rect">
            <a:avLst/>
          </a:prstGeom>
          <a:noFill/>
        </p:spPr>
        <p:txBody>
          <a:bodyPr wrap="none" rtlCol="0">
            <a:spAutoFit/>
          </a:bodyPr>
          <a:lstStyle/>
          <a:p>
            <a:r>
              <a:rPr lang="fr-FR" dirty="0" smtClean="0"/>
              <a:t>20</a:t>
            </a:r>
            <a:endParaRPr lang="fr-FR" dirty="0"/>
          </a:p>
        </p:txBody>
      </p:sp>
    </p:spTree>
    <p:extLst>
      <p:ext uri="{BB962C8B-B14F-4D97-AF65-F5344CB8AC3E}">
        <p14:creationId xmlns:p14="http://schemas.microsoft.com/office/powerpoint/2010/main" val="10652587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395536" y="2866171"/>
            <a:ext cx="2664296" cy="353943"/>
          </a:xfrm>
          <a:prstGeom prst="rect">
            <a:avLst/>
          </a:prstGeom>
          <a:noFill/>
        </p:spPr>
        <p:txBody>
          <a:bodyPr wrap="square" rtlCol="0">
            <a:spAutoFit/>
          </a:bodyPr>
          <a:lstStyle/>
          <a:p>
            <a:pPr marL="285750" indent="-285750">
              <a:buFont typeface="Wingdings" panose="05000000000000000000" pitchFamily="2" charset="2"/>
              <a:buChar char="§"/>
            </a:pPr>
            <a:r>
              <a:rPr lang="fr-FR" sz="1700" b="1" dirty="0"/>
              <a:t>Docker images </a:t>
            </a:r>
            <a:r>
              <a:rPr lang="fr-FR" sz="1700" b="1" dirty="0" smtClean="0"/>
              <a:t>:</a:t>
            </a:r>
            <a:endParaRPr lang="fr-FR" sz="1700" b="1" dirty="0"/>
          </a:p>
        </p:txBody>
      </p:sp>
      <p:sp>
        <p:nvSpPr>
          <p:cNvPr id="6" name="ZoneTexte 5"/>
          <p:cNvSpPr txBox="1"/>
          <p:nvPr/>
        </p:nvSpPr>
        <p:spPr>
          <a:xfrm>
            <a:off x="395536" y="1419622"/>
            <a:ext cx="2699792" cy="615553"/>
          </a:xfrm>
          <a:prstGeom prst="rect">
            <a:avLst/>
          </a:prstGeom>
          <a:noFill/>
        </p:spPr>
        <p:txBody>
          <a:bodyPr wrap="square" rtlCol="0">
            <a:spAutoFit/>
          </a:bodyPr>
          <a:lstStyle/>
          <a:p>
            <a:pPr marL="285750" indent="-285750">
              <a:buFont typeface="Wingdings" panose="05000000000000000000" pitchFamily="2" charset="2"/>
              <a:buChar char="§"/>
            </a:pPr>
            <a:r>
              <a:rPr lang="fr-FR" sz="1700" b="1" dirty="0"/>
              <a:t>Les </a:t>
            </a:r>
            <a:r>
              <a:rPr lang="fr-FR" sz="1700" b="1" dirty="0" smtClean="0"/>
              <a:t>links:</a:t>
            </a:r>
            <a:endParaRPr lang="fr-FR" sz="1700" b="1" dirty="0"/>
          </a:p>
          <a:p>
            <a:endParaRPr lang="fr-FR" sz="1700" dirty="0"/>
          </a:p>
        </p:txBody>
      </p:sp>
      <p:sp>
        <p:nvSpPr>
          <p:cNvPr id="7" name="ZoneTexte 6"/>
          <p:cNvSpPr txBox="1"/>
          <p:nvPr/>
        </p:nvSpPr>
        <p:spPr>
          <a:xfrm>
            <a:off x="395536" y="1742787"/>
            <a:ext cx="8496944" cy="830997"/>
          </a:xfrm>
          <a:prstGeom prst="rect">
            <a:avLst/>
          </a:prstGeom>
          <a:noFill/>
        </p:spPr>
        <p:txBody>
          <a:bodyPr wrap="square" rtlCol="0">
            <a:spAutoFit/>
          </a:bodyPr>
          <a:lstStyle/>
          <a:p>
            <a:pPr>
              <a:lnSpc>
                <a:spcPct val="150000"/>
              </a:lnSpc>
            </a:pPr>
            <a:r>
              <a:rPr lang="fr-FR" sz="1600" dirty="0">
                <a:latin typeface="Times New Roman" panose="02020603050405020304" pitchFamily="18" charset="0"/>
                <a:cs typeface="Times New Roman" panose="02020603050405020304" pitchFamily="18" charset="0"/>
              </a:rPr>
              <a:t> Les containers ont besoin de communiquer entre </a:t>
            </a:r>
            <a:r>
              <a:rPr lang="fr-FR" sz="1600" dirty="0" smtClean="0">
                <a:latin typeface="Times New Roman" panose="02020603050405020304" pitchFamily="18" charset="0"/>
                <a:cs typeface="Times New Roman" panose="02020603050405020304" pitchFamily="18" charset="0"/>
              </a:rPr>
              <a:t>eux alors les links permettent de </a:t>
            </a:r>
            <a:r>
              <a:rPr lang="fr-FR" sz="1600" dirty="0">
                <a:latin typeface="Times New Roman" panose="02020603050405020304" pitchFamily="18" charset="0"/>
                <a:cs typeface="Times New Roman" panose="02020603050405020304" pitchFamily="18" charset="0"/>
              </a:rPr>
              <a:t>lier des containers entre eux automatiquement.</a:t>
            </a:r>
          </a:p>
        </p:txBody>
      </p:sp>
      <p:sp>
        <p:nvSpPr>
          <p:cNvPr id="9" name="ZoneTexte 8"/>
          <p:cNvSpPr txBox="1"/>
          <p:nvPr/>
        </p:nvSpPr>
        <p:spPr>
          <a:xfrm>
            <a:off x="365767" y="3220114"/>
            <a:ext cx="8640960" cy="1156086"/>
          </a:xfrm>
          <a:prstGeom prst="rect">
            <a:avLst/>
          </a:prstGeom>
          <a:noFill/>
        </p:spPr>
        <p:txBody>
          <a:bodyPr wrap="square" rtlCol="0">
            <a:spAutoFit/>
          </a:bodyPr>
          <a:lstStyle/>
          <a:p>
            <a:pPr>
              <a:lnSpc>
                <a:spcPct val="150000"/>
              </a:lnSpc>
            </a:pPr>
            <a:r>
              <a:rPr lang="fr-FR" sz="1600" dirty="0" smtClean="0">
                <a:latin typeface="Times New Roman" panose="02020603050405020304" pitchFamily="18" charset="0"/>
                <a:cs typeface="Times New Roman" panose="02020603050405020304" pitchFamily="18" charset="0"/>
              </a:rPr>
              <a:t>Une </a:t>
            </a:r>
            <a:r>
              <a:rPr lang="fr-FR" sz="1600" dirty="0">
                <a:latin typeface="Times New Roman" panose="02020603050405020304" pitchFamily="18" charset="0"/>
                <a:cs typeface="Times New Roman" panose="02020603050405020304" pitchFamily="18" charset="0"/>
              </a:rPr>
              <a:t>image représente un état d’un container à un moment donné. Beaucoup de services plus ou moins connus proposent des images </a:t>
            </a:r>
            <a:r>
              <a:rPr lang="fr-FR" sz="1600" dirty="0" smtClean="0">
                <a:latin typeface="Times New Roman" panose="02020603050405020304" pitchFamily="18" charset="0"/>
                <a:cs typeface="Times New Roman" panose="02020603050405020304" pitchFamily="18" charset="0"/>
              </a:rPr>
              <a:t>préconfigurées </a:t>
            </a:r>
            <a:r>
              <a:rPr lang="fr-FR" sz="1600" dirty="0">
                <a:latin typeface="Times New Roman" panose="02020603050405020304" pitchFamily="18" charset="0"/>
                <a:cs typeface="Times New Roman" panose="02020603050405020304" pitchFamily="18" charset="0"/>
              </a:rPr>
              <a:t>pour que vous n’aillez plus qu’à les lancer en un </a:t>
            </a:r>
            <a:r>
              <a:rPr lang="fr-FR" sz="1600" dirty="0" smtClean="0">
                <a:latin typeface="Times New Roman" panose="02020603050405020304" pitchFamily="18" charset="0"/>
                <a:cs typeface="Times New Roman" panose="02020603050405020304" pitchFamily="18" charset="0"/>
              </a:rPr>
              <a:t>clin</a:t>
            </a:r>
          </a:p>
          <a:p>
            <a:pPr>
              <a:lnSpc>
                <a:spcPct val="150000"/>
              </a:lnSpc>
            </a:pPr>
            <a:r>
              <a:rPr lang="fr-FR" sz="1600" dirty="0" smtClean="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d’</a:t>
            </a:r>
            <a:r>
              <a:rPr lang="fr-FR" sz="1600" dirty="0" err="1">
                <a:latin typeface="Times New Roman" panose="02020603050405020304" pitchFamily="18" charset="0"/>
                <a:cs typeface="Times New Roman" panose="02020603050405020304" pitchFamily="18" charset="0"/>
              </a:rPr>
              <a:t>oeil</a:t>
            </a:r>
            <a:r>
              <a:rPr lang="fr-FR" sz="1600" dirty="0">
                <a:latin typeface="Times New Roman" panose="02020603050405020304" pitchFamily="18" charset="0"/>
                <a:cs typeface="Times New Roman" panose="02020603050405020304" pitchFamily="18" charset="0"/>
              </a:rPr>
              <a:t>. La liste est disponible sur le </a:t>
            </a:r>
            <a:r>
              <a:rPr lang="fr-FR" sz="1600" dirty="0" smtClean="0">
                <a:latin typeface="Times New Roman" panose="02020603050405020304" pitchFamily="18" charset="0"/>
                <a:cs typeface="Times New Roman" panose="02020603050405020304" pitchFamily="18" charset="0"/>
              </a:rPr>
              <a:t>Docker Hub</a:t>
            </a:r>
            <a:endParaRPr lang="fr-FR" sz="1600" dirty="0">
              <a:latin typeface="Times New Roman" panose="02020603050405020304" pitchFamily="18" charset="0"/>
              <a:cs typeface="Times New Roman" panose="02020603050405020304" pitchFamily="18" charset="0"/>
            </a:endParaRPr>
          </a:p>
        </p:txBody>
      </p:sp>
      <p:sp>
        <p:nvSpPr>
          <p:cNvPr id="10" name="Espace réservé du texte 1"/>
          <p:cNvSpPr>
            <a:spLocks noGrp="1"/>
          </p:cNvSpPr>
          <p:nvPr>
            <p:ph type="body" sz="quarter" idx="10"/>
          </p:nvPr>
        </p:nvSpPr>
        <p:spPr>
          <a:xfrm>
            <a:off x="0" y="0"/>
            <a:ext cx="9144000" cy="576064"/>
          </a:xfrm>
        </p:spPr>
        <p:txBody>
          <a:bodyPr/>
          <a:lstStyle/>
          <a:p>
            <a:r>
              <a:rPr lang="en-US" altLang="ko-KR" dirty="0"/>
              <a:t>Réalisation</a:t>
            </a:r>
            <a:endParaRPr lang="fr-FR" dirty="0"/>
          </a:p>
        </p:txBody>
      </p:sp>
      <p:sp>
        <p:nvSpPr>
          <p:cNvPr id="11" name="Espace réservé du texte 2"/>
          <p:cNvSpPr>
            <a:spLocks noGrp="1"/>
          </p:cNvSpPr>
          <p:nvPr>
            <p:ph type="body" sz="quarter" idx="11"/>
          </p:nvPr>
        </p:nvSpPr>
        <p:spPr>
          <a:xfrm>
            <a:off x="0" y="548229"/>
            <a:ext cx="9144000" cy="288032"/>
          </a:xfrm>
        </p:spPr>
        <p:txBody>
          <a:bodyPr/>
          <a:lstStyle/>
          <a:p>
            <a:r>
              <a:rPr lang="fr-FR" sz="1800" dirty="0">
                <a:latin typeface="Times New Roman" panose="02020603050405020304" pitchFamily="18" charset="0"/>
                <a:cs typeface="Times New Roman" panose="02020603050405020304" pitchFamily="18" charset="0"/>
              </a:rPr>
              <a:t> </a:t>
            </a:r>
          </a:p>
          <a:p>
            <a:endParaRPr lang="fr-FR" sz="1800" dirty="0">
              <a:latin typeface="Times New Roman" panose="02020603050405020304" pitchFamily="18" charset="0"/>
              <a:cs typeface="Times New Roman" panose="02020603050405020304" pitchFamily="18" charset="0"/>
            </a:endParaRPr>
          </a:p>
          <a:p>
            <a:endParaRPr lang="fr-FR" sz="1800" dirty="0" smtClean="0">
              <a:latin typeface="Times New Roman" panose="02020603050405020304" pitchFamily="18" charset="0"/>
              <a:cs typeface="Times New Roman" panose="02020603050405020304" pitchFamily="18" charset="0"/>
            </a:endParaRPr>
          </a:p>
          <a:p>
            <a:r>
              <a:rPr lang="fr-FR" sz="1800" dirty="0" smtClean="0">
                <a:latin typeface="Times New Roman" panose="02020603050405020304" pitchFamily="18" charset="0"/>
                <a:cs typeface="Times New Roman" panose="02020603050405020304" pitchFamily="18" charset="0"/>
              </a:rPr>
              <a:t>Environnement </a:t>
            </a:r>
            <a:r>
              <a:rPr lang="fr-FR" sz="1800" dirty="0">
                <a:latin typeface="Times New Roman" panose="02020603050405020304" pitchFamily="18" charset="0"/>
                <a:cs typeface="Times New Roman" panose="02020603050405020304" pitchFamily="18" charset="0"/>
              </a:rPr>
              <a:t>logiciels</a:t>
            </a: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a:p>
            <a:endParaRPr lang="fr-FR" sz="1800" dirty="0">
              <a:latin typeface="Times New Roman" panose="02020603050405020304" pitchFamily="18" charset="0"/>
              <a:cs typeface="Times New Roman" panose="02020603050405020304" pitchFamily="18" charset="0"/>
            </a:endParaRPr>
          </a:p>
        </p:txBody>
      </p:sp>
      <p:sp>
        <p:nvSpPr>
          <p:cNvPr id="8" name="ZoneTexte 7"/>
          <p:cNvSpPr txBox="1"/>
          <p:nvPr/>
        </p:nvSpPr>
        <p:spPr>
          <a:xfrm>
            <a:off x="8451334" y="4588305"/>
            <a:ext cx="441146" cy="369332"/>
          </a:xfrm>
          <a:prstGeom prst="rect">
            <a:avLst/>
          </a:prstGeom>
          <a:noFill/>
        </p:spPr>
        <p:txBody>
          <a:bodyPr wrap="none" rtlCol="0">
            <a:spAutoFit/>
          </a:bodyPr>
          <a:lstStyle/>
          <a:p>
            <a:r>
              <a:rPr lang="fr-FR" dirty="0" smtClean="0"/>
              <a:t>21</a:t>
            </a:r>
            <a:endParaRPr lang="fr-FR" dirty="0"/>
          </a:p>
        </p:txBody>
      </p:sp>
    </p:spTree>
    <p:extLst>
      <p:ext uri="{BB962C8B-B14F-4D97-AF65-F5344CB8AC3E}">
        <p14:creationId xmlns:p14="http://schemas.microsoft.com/office/powerpoint/2010/main" val="24049055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5580112" y="2211710"/>
            <a:ext cx="3960440" cy="830997"/>
          </a:xfrm>
          <a:prstGeom prst="rect">
            <a:avLst/>
          </a:prstGeom>
          <a:noFill/>
        </p:spPr>
        <p:txBody>
          <a:bodyPr wrap="square" rtlCol="0">
            <a:spAutoFit/>
          </a:bodyPr>
          <a:lstStyle/>
          <a:p>
            <a:r>
              <a:rPr lang="fr-FR" sz="4800" dirty="0" smtClean="0">
                <a:latin typeface="Times New Roman" panose="02020603050405020304" pitchFamily="18" charset="0"/>
                <a:cs typeface="Times New Roman" panose="02020603050405020304" pitchFamily="18" charset="0"/>
              </a:rPr>
              <a:t>Pratique</a:t>
            </a:r>
            <a:endParaRPr lang="fr-FR" sz="4800" dirty="0">
              <a:latin typeface="Times New Roman" panose="02020603050405020304" pitchFamily="18" charset="0"/>
              <a:cs typeface="Times New Roman" panose="02020603050405020304" pitchFamily="18" charset="0"/>
            </a:endParaRPr>
          </a:p>
        </p:txBody>
      </p:sp>
      <p:sp>
        <p:nvSpPr>
          <p:cNvPr id="3" name="ZoneTexte 2"/>
          <p:cNvSpPr txBox="1"/>
          <p:nvPr/>
        </p:nvSpPr>
        <p:spPr>
          <a:xfrm>
            <a:off x="8316416" y="4486053"/>
            <a:ext cx="441146" cy="369332"/>
          </a:xfrm>
          <a:prstGeom prst="rect">
            <a:avLst/>
          </a:prstGeom>
          <a:noFill/>
        </p:spPr>
        <p:txBody>
          <a:bodyPr wrap="none" rtlCol="0">
            <a:spAutoFit/>
          </a:bodyPr>
          <a:lstStyle/>
          <a:p>
            <a:r>
              <a:rPr lang="fr-FR" dirty="0" smtClean="0"/>
              <a:t>22</a:t>
            </a:r>
            <a:endParaRPr lang="fr-FR" dirty="0"/>
          </a:p>
        </p:txBody>
      </p:sp>
    </p:spTree>
    <p:extLst>
      <p:ext uri="{BB962C8B-B14F-4D97-AF65-F5344CB8AC3E}">
        <p14:creationId xmlns:p14="http://schemas.microsoft.com/office/powerpoint/2010/main" val="30205194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ame 16"/>
          <p:cNvSpPr/>
          <p:nvPr/>
        </p:nvSpPr>
        <p:spPr>
          <a:xfrm>
            <a:off x="215516" y="177378"/>
            <a:ext cx="8712968" cy="4788744"/>
          </a:xfrm>
          <a:prstGeom prst="frame">
            <a:avLst>
              <a:gd name="adj1" fmla="val 89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4" name="Rectangle 13"/>
          <p:cNvSpPr/>
          <p:nvPr/>
        </p:nvSpPr>
        <p:spPr>
          <a:xfrm>
            <a:off x="465368" y="0"/>
            <a:ext cx="2234424"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ZoneTexte 1"/>
          <p:cNvSpPr txBox="1"/>
          <p:nvPr/>
        </p:nvSpPr>
        <p:spPr>
          <a:xfrm>
            <a:off x="663934" y="483518"/>
            <a:ext cx="1837292" cy="477054"/>
          </a:xfrm>
          <a:prstGeom prst="rect">
            <a:avLst/>
          </a:prstGeom>
          <a:noFill/>
        </p:spPr>
        <p:txBody>
          <a:bodyPr wrap="square" rtlCol="0">
            <a:spAutoFit/>
          </a:bodyPr>
          <a:lstStyle/>
          <a:p>
            <a:r>
              <a:rPr lang="fr-FR" sz="2500" dirty="0" smtClean="0">
                <a:latin typeface="Times New Roman" panose="02020603050405020304" pitchFamily="18" charset="0"/>
                <a:cs typeface="Times New Roman" panose="02020603050405020304" pitchFamily="18" charset="0"/>
              </a:rPr>
              <a:t>Conclusion</a:t>
            </a:r>
            <a:endParaRPr lang="fr-FR" sz="2500" dirty="0">
              <a:latin typeface="Times New Roman" panose="02020603050405020304" pitchFamily="18" charset="0"/>
              <a:cs typeface="Times New Roman" panose="02020603050405020304" pitchFamily="18" charset="0"/>
            </a:endParaRPr>
          </a:p>
        </p:txBody>
      </p:sp>
      <p:sp>
        <p:nvSpPr>
          <p:cNvPr id="3" name="ZoneTexte 2"/>
          <p:cNvSpPr txBox="1"/>
          <p:nvPr/>
        </p:nvSpPr>
        <p:spPr>
          <a:xfrm>
            <a:off x="2699792" y="1563638"/>
            <a:ext cx="5892604" cy="267765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fr-FR" sz="1600" dirty="0">
                <a:latin typeface="Times New Roman" panose="02020603050405020304" pitchFamily="18" charset="0"/>
                <a:cs typeface="Times New Roman" panose="02020603050405020304" pitchFamily="18" charset="0"/>
              </a:rPr>
              <a:t>La virtualisation est un domaine en pleine croissance, qui évolue </a:t>
            </a:r>
            <a:r>
              <a:rPr lang="fr-FR" sz="1600" dirty="0" smtClean="0">
                <a:latin typeface="Times New Roman" panose="02020603050405020304" pitchFamily="18" charset="0"/>
                <a:cs typeface="Times New Roman" panose="02020603050405020304" pitchFamily="18" charset="0"/>
              </a:rPr>
              <a:t> très </a:t>
            </a:r>
            <a:r>
              <a:rPr lang="fr-FR" sz="1600" dirty="0">
                <a:latin typeface="Times New Roman" panose="02020603050405020304" pitchFamily="18" charset="0"/>
                <a:cs typeface="Times New Roman" panose="02020603050405020304" pitchFamily="18" charset="0"/>
              </a:rPr>
              <a:t>rapidement. Les entreprises peuvent s'en servir pour différents usages, aux besoins de </a:t>
            </a:r>
            <a:r>
              <a:rPr lang="fr-FR" sz="1600" dirty="0" smtClean="0">
                <a:latin typeface="Times New Roman" panose="02020603050405020304" pitchFamily="18" charset="0"/>
                <a:cs typeface="Times New Roman" panose="02020603050405020304" pitchFamily="18" charset="0"/>
              </a:rPr>
              <a:t>leur </a:t>
            </a:r>
            <a:r>
              <a:rPr lang="fr-FR" sz="1600" dirty="0">
                <a:latin typeface="Times New Roman" panose="02020603050405020304" pitchFamily="18" charset="0"/>
                <a:cs typeface="Times New Roman" panose="02020603050405020304" pitchFamily="18" charset="0"/>
              </a:rPr>
              <a:t>fin</a:t>
            </a:r>
            <a:r>
              <a:rPr lang="fr-FR" sz="1600" dirty="0" smtClean="0">
                <a:latin typeface="Times New Roman" panose="02020603050405020304" pitchFamily="18" charset="0"/>
                <a:cs typeface="Times New Roman" panose="02020603050405020304" pitchFamily="18" charset="0"/>
              </a:rPr>
              <a:t>.</a:t>
            </a:r>
            <a:r>
              <a:rPr lang="fr-FR" sz="1600" dirty="0">
                <a:latin typeface="Times New Roman" panose="02020603050405020304" pitchFamily="18" charset="0"/>
                <a:cs typeface="Times New Roman" panose="02020603050405020304" pitchFamily="18" charset="0"/>
              </a:rPr>
              <a:t>  </a:t>
            </a:r>
            <a:endParaRPr lang="fr-FR" sz="16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v"/>
            </a:pPr>
            <a:r>
              <a:rPr lang="fr-FR" sz="1600" dirty="0" smtClean="0">
                <a:latin typeface="Times New Roman" panose="02020603050405020304" pitchFamily="18" charset="0"/>
                <a:cs typeface="Times New Roman" panose="02020603050405020304" pitchFamily="18" charset="0"/>
              </a:rPr>
              <a:t>Les </a:t>
            </a:r>
            <a:r>
              <a:rPr lang="fr-FR" sz="1600" dirty="0">
                <a:latin typeface="Times New Roman" panose="02020603050405020304" pitchFamily="18" charset="0"/>
                <a:cs typeface="Times New Roman" panose="02020603050405020304" pitchFamily="18" charset="0"/>
              </a:rPr>
              <a:t>différentes solutions de virtualisation existantes utilisent des </a:t>
            </a:r>
            <a:r>
              <a:rPr lang="fr-FR" sz="1600" dirty="0" smtClean="0">
                <a:latin typeface="Times New Roman" panose="02020603050405020304" pitchFamily="18" charset="0"/>
                <a:cs typeface="Times New Roman" panose="02020603050405020304" pitchFamily="18" charset="0"/>
              </a:rPr>
              <a:t> </a:t>
            </a:r>
          </a:p>
          <a:p>
            <a:pPr algn="just">
              <a:lnSpc>
                <a:spcPct val="150000"/>
              </a:lnSpc>
            </a:pPr>
            <a:r>
              <a:rPr lang="fr-FR" sz="1600" dirty="0">
                <a:latin typeface="Times New Roman" panose="02020603050405020304" pitchFamily="18" charset="0"/>
                <a:cs typeface="Times New Roman" panose="02020603050405020304" pitchFamily="18" charset="0"/>
              </a:rPr>
              <a:t> </a:t>
            </a:r>
            <a:r>
              <a:rPr lang="fr-FR" sz="1600" dirty="0" smtClean="0">
                <a:latin typeface="Times New Roman" panose="02020603050405020304" pitchFamily="18" charset="0"/>
                <a:cs typeface="Times New Roman" panose="02020603050405020304" pitchFamily="18" charset="0"/>
              </a:rPr>
              <a:t>     technologies variées.</a:t>
            </a:r>
          </a:p>
          <a:p>
            <a:pPr marL="285750" indent="-285750" algn="just">
              <a:lnSpc>
                <a:spcPct val="150000"/>
              </a:lnSpc>
              <a:buFont typeface="Wingdings" panose="05000000000000000000" pitchFamily="2" charset="2"/>
              <a:buChar char="v"/>
            </a:pPr>
            <a:r>
              <a:rPr lang="fr-FR" sz="1600" dirty="0" smtClean="0">
                <a:latin typeface="Times New Roman" panose="02020603050405020304" pitchFamily="18" charset="0"/>
                <a:cs typeface="Times New Roman" panose="02020603050405020304" pitchFamily="18" charset="0"/>
              </a:rPr>
              <a:t>Pour les perspectives nous nous proposons de rendre notre site web une application smartphone.</a:t>
            </a:r>
            <a:endParaRPr lang="fr-FR" sz="1600"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8316416" y="4486053"/>
            <a:ext cx="441146" cy="369332"/>
          </a:xfrm>
          <a:prstGeom prst="rect">
            <a:avLst/>
          </a:prstGeom>
          <a:noFill/>
        </p:spPr>
        <p:txBody>
          <a:bodyPr wrap="none" rtlCol="0">
            <a:spAutoFit/>
          </a:bodyPr>
          <a:lstStyle/>
          <a:p>
            <a:r>
              <a:rPr lang="fr-FR" dirty="0" smtClean="0"/>
              <a:t>23</a:t>
            </a:r>
            <a:endParaRPr lang="fr-FR" dirty="0"/>
          </a:p>
        </p:txBody>
      </p:sp>
    </p:spTree>
    <p:extLst>
      <p:ext uri="{BB962C8B-B14F-4D97-AF65-F5344CB8AC3E}">
        <p14:creationId xmlns:p14="http://schemas.microsoft.com/office/powerpoint/2010/main" val="212977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dirty="0" smtClean="0"/>
              <a:t>Merci pour votre </a:t>
            </a:r>
          </a:p>
          <a:p>
            <a:r>
              <a:rPr lang="en-US" altLang="ko-KR" dirty="0" smtClean="0"/>
              <a:t>Attention</a:t>
            </a:r>
            <a:endParaRPr lang="ko-KR" altLang="en-US" dirty="0"/>
          </a:p>
        </p:txBody>
      </p:sp>
    </p:spTree>
    <p:extLst>
      <p:ext uri="{BB962C8B-B14F-4D97-AF65-F5344CB8AC3E}">
        <p14:creationId xmlns:p14="http://schemas.microsoft.com/office/powerpoint/2010/main" val="401306127"/>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2663</TotalTime>
  <Words>931</Words>
  <Application>Microsoft Office PowerPoint</Application>
  <PresentationFormat>Affichage à l'écran (16:9)</PresentationFormat>
  <Paragraphs>240</Paragraphs>
  <Slides>26</Slides>
  <Notes>1</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26</vt:i4>
      </vt:variant>
    </vt:vector>
  </HeadingPairs>
  <TitlesOfParts>
    <vt:vector size="35" baseType="lpstr">
      <vt:lpstr>맑은 고딕</vt:lpstr>
      <vt:lpstr>Arial</vt:lpstr>
      <vt:lpstr>Arial Unicode MS</vt:lpstr>
      <vt:lpstr>Calibri</vt:lpstr>
      <vt:lpstr>Times New Roman</vt:lpstr>
      <vt:lpstr>Wingdings</vt:lpstr>
      <vt:lpstr>Cover and End Slide Master</vt:lpstr>
      <vt:lpstr>Contents Slide Master</vt:lpstr>
      <vt:lpstr>Section Break Slide Master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Client</cp:lastModifiedBy>
  <cp:revision>232</cp:revision>
  <dcterms:created xsi:type="dcterms:W3CDTF">2016-12-05T23:26:54Z</dcterms:created>
  <dcterms:modified xsi:type="dcterms:W3CDTF">2018-12-12T18:06:09Z</dcterms:modified>
</cp:coreProperties>
</file>